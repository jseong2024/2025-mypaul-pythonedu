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98" r:id="rId3"/>
    <p:sldId id="318" r:id="rId4"/>
    <p:sldId id="354" r:id="rId5"/>
    <p:sldId id="399" r:id="rId6"/>
    <p:sldId id="400" r:id="rId7"/>
    <p:sldId id="401" r:id="rId8"/>
    <p:sldId id="403" r:id="rId9"/>
    <p:sldId id="402" r:id="rId10"/>
    <p:sldId id="404" r:id="rId11"/>
    <p:sldId id="272" r:id="rId12"/>
  </p:sldIdLst>
  <p:sldSz cx="12192000" cy="6858000"/>
  <p:notesSz cx="6858000" cy="9144000"/>
  <p:embeddedFontLst>
    <p:embeddedFont>
      <p:font typeface="D2Coding ligature" panose="020B0609020101020101" pitchFamily="49" charset="-127"/>
      <p:regular r:id="rId13"/>
      <p:bold r:id="rId14"/>
    </p:embeddedFont>
    <p:embeddedFont>
      <p:font typeface="G마켓 산스 Bold" panose="02000000000000000000" pitchFamily="50" charset="-127"/>
      <p:bold r:id="rId15"/>
    </p:embeddedFont>
    <p:embeddedFont>
      <p:font typeface="Impact" panose="020B0806030902050204" pitchFamily="34" charset="0"/>
      <p:regular r:id="rId16"/>
    </p:embeddedFont>
    <p:embeddedFont>
      <p:font typeface="KoPub돋움체 Bold" panose="02020603020101020101" pitchFamily="18" charset="-127"/>
      <p:regular r:id="rId17"/>
    </p:embeddedFont>
    <p:embeddedFont>
      <p:font typeface="Microsoft GothicNeo Light" panose="020B0300000101010101" pitchFamily="50" charset="-127"/>
      <p:regular r:id="rId18"/>
    </p:embeddedFont>
    <p:embeddedFont>
      <p:font typeface="Pretendard Light" panose="02000403000000020004" pitchFamily="50" charset="-127"/>
      <p:regular r:id="rId19"/>
    </p:embeddedFont>
    <p:embeddedFont>
      <p:font typeface="Pretendard Medium" panose="02000603000000020004" pitchFamily="50" charset="-127"/>
      <p:regular r:id="rId20"/>
    </p:embeddedFont>
    <p:embeddedFont>
      <p:font typeface="Pretendard SemiBold" panose="02000703000000020004" pitchFamily="50" charset="-127"/>
      <p:bold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5221"/>
    <a:srgbClr val="317AE9"/>
    <a:srgbClr val="08603D"/>
    <a:srgbClr val="2249FB"/>
    <a:srgbClr val="796337"/>
    <a:srgbClr val="51B8B0"/>
    <a:srgbClr val="9FD8F7"/>
    <a:srgbClr val="FFF898"/>
    <a:srgbClr val="F3FAFE"/>
    <a:srgbClr val="A3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5" autoAdjust="0"/>
    <p:restoredTop sz="94379" autoAdjust="0"/>
  </p:normalViewPr>
  <p:slideViewPr>
    <p:cSldViewPr snapToGrid="0">
      <p:cViewPr varScale="1">
        <p:scale>
          <a:sx n="108" d="100"/>
          <a:sy n="108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AC0A-3F9B-A5C6-4AA7-D3EA06A3B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1B64D7-17C7-C027-E1F0-F23878B63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57C69-CE13-C496-042D-C09C96DD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ACF98-A77B-8563-BF07-1251A339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8E394-EC20-D7DF-CB13-79AF34CF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1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D1EE-C634-334A-111B-1D4C9CF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97BC2-BBAD-5A9B-23C7-284959B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B95C6-D82A-0A11-8C26-16F9853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CF1F5-6413-8CEE-2C23-63880BD7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56FC5-0090-10D4-E5C1-FD002B80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8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669F7-FC97-09DA-BD26-F56A6EC6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90338-6B1B-12B7-B8E5-932A980B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37905-7ACD-AA5B-2720-75CE4DE5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26939-0C9B-3141-5D82-F922E22E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D57EC-C4BA-405F-994E-8AC6F5B9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43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E2CC6-C595-EA3F-C857-4FF83674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F67D-D038-AF59-D347-09C7142C5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6A7F2A-593C-F9EB-4B2B-A70C6280B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5FA8F1-A859-83B9-5F09-030F7196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D790D-AE25-7719-1E49-823F532D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C827C-2EDF-C840-D6D0-0F7C1CFE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4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AC93-0AD6-F646-5426-452B9677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1A330-BB83-6BBF-84E1-A28CD01C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948B-AF0D-F591-CFF4-F73944A6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70157-92E3-5E4C-E496-BC9E6856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53E642-1980-19B8-695B-8D3A7637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64E97D-2970-54CA-5944-F8B8DE5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F51F9-8809-A812-45FC-84A9AB32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60958-651A-6B5E-7445-C3E44800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5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5EB78-8243-32CA-7937-DE772ACE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33BE2F-8E2A-7E2A-37D7-8B2F97D8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B0856A-270C-B49A-4407-A07164D9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19DE32-988F-77A8-1D25-F6487BAB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D603F0-DDFB-05A3-8613-D69CC1B5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1F0BDD-FC90-EE66-7F47-BEF16D1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EB414-4376-6CAF-130F-C70CD291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D63F-F5D7-B2BF-69D1-C43B585A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9AE9A-67B4-95A2-16F9-180D193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DD0CF-4107-B3BB-779D-BE9076E3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03C2A-7C8B-7AB0-5F7D-C60AA68B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9DA15-9183-EAC1-519A-3BBFBE78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D02B9-EDB8-756D-96D1-60D30074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E9ABE-00B6-5B92-3E55-BE044D4D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624094-FFC7-58C5-B90A-C346075D2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70469-D3C9-395E-AD5A-3B9512CAC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1984-C859-9F50-15CF-E37B6C37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E6658-0967-E1C0-BD32-7833B0F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78AC6-F823-9A05-979F-38B009F2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09AE6-9AAC-A775-3901-151E12C1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9941B8-B470-6E47-A9EA-DA25090D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A3A29-CE6D-EA40-5715-04507162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58B68-F305-D40D-5FB6-8F6D3719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B9324-A76A-C943-1246-EB203AF9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2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EF01C8-D6CE-D6B7-EF6C-5598B4E14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20FB8-D89B-964B-E0B6-5136D1CD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BF778-8E02-A5F9-213D-7FFD1F02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2C205-354B-C719-44E9-BEF759FE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8701B-3837-CC35-6783-CBF766C7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B4B94A-D523-D442-0C44-5817E3FC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EDCBF0-644F-A983-9149-6814CD14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E08A4-3F70-7E0B-56E8-7B82BB311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A6FA3-4F79-40B5-9796-76ED3E0BCEE0}" type="datetimeFigureOut">
              <a:rPr lang="ko-KR" altLang="en-US" smtClean="0"/>
              <a:t>2026-06-06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49A7D-06CC-2087-8F59-52A6A5FEB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DD466-A588-B80D-D3B2-E72281A65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E77E6D9C-26C3-FDB5-3264-E7245574EB94}"/>
              </a:ext>
            </a:extLst>
          </p:cNvPr>
          <p:cNvSpPr/>
          <p:nvPr/>
        </p:nvSpPr>
        <p:spPr>
          <a:xfrm flipH="1">
            <a:off x="5415378" y="0"/>
            <a:ext cx="6776621" cy="685800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잘린 대각선 방향 모서리 4">
            <a:extLst>
              <a:ext uri="{FF2B5EF4-FFF2-40B4-BE49-F238E27FC236}">
                <a16:creationId xmlns:a16="http://schemas.microsoft.com/office/drawing/2014/main" id="{F4796C9B-599C-1A83-41AC-5CE3C060FFD1}"/>
              </a:ext>
            </a:extLst>
          </p:cNvPr>
          <p:cNvSpPr/>
          <p:nvPr/>
        </p:nvSpPr>
        <p:spPr>
          <a:xfrm>
            <a:off x="3453414" y="0"/>
            <a:ext cx="8738586" cy="6858000"/>
          </a:xfrm>
          <a:custGeom>
            <a:avLst/>
            <a:gdLst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0 w 7344792"/>
              <a:gd name="connsiteY6" fmla="*/ 4498711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3009530 w 7344792"/>
              <a:gd name="connsiteY6" fmla="*/ 4294525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1853261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4792" h="6858000">
                <a:moveTo>
                  <a:pt x="0" y="0"/>
                </a:moveTo>
                <a:lnTo>
                  <a:pt x="5940600" y="0"/>
                </a:lnTo>
                <a:lnTo>
                  <a:pt x="7344792" y="1853261"/>
                </a:lnTo>
                <a:lnTo>
                  <a:pt x="7344792" y="6858000"/>
                </a:lnTo>
                <a:lnTo>
                  <a:pt x="7344792" y="6858000"/>
                </a:lnTo>
                <a:lnTo>
                  <a:pt x="5040345" y="6858000"/>
                </a:lnTo>
                <a:lnTo>
                  <a:pt x="2778710" y="3770742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A681F277-E327-D830-7BE5-1B4C2C2DC020}"/>
              </a:ext>
            </a:extLst>
          </p:cNvPr>
          <p:cNvSpPr/>
          <p:nvPr/>
        </p:nvSpPr>
        <p:spPr>
          <a:xfrm flipH="1">
            <a:off x="2974019" y="0"/>
            <a:ext cx="5131294" cy="5459767"/>
          </a:xfrm>
          <a:prstGeom prst="parallelogram">
            <a:avLst>
              <a:gd name="adj" fmla="val 92486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평행 사변형 21">
            <a:extLst>
              <a:ext uri="{FF2B5EF4-FFF2-40B4-BE49-F238E27FC236}">
                <a16:creationId xmlns:a16="http://schemas.microsoft.com/office/drawing/2014/main" id="{8C3D4BF7-508D-22FC-9A08-8359C52CC195}"/>
              </a:ext>
            </a:extLst>
          </p:cNvPr>
          <p:cNvSpPr/>
          <p:nvPr/>
        </p:nvSpPr>
        <p:spPr>
          <a:xfrm flipH="1">
            <a:off x="5788240" y="4882718"/>
            <a:ext cx="2123243" cy="1975282"/>
          </a:xfrm>
          <a:prstGeom prst="parallelogram">
            <a:avLst>
              <a:gd name="adj" fmla="val 92486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각 삼각형 23">
            <a:extLst>
              <a:ext uri="{FF2B5EF4-FFF2-40B4-BE49-F238E27FC236}">
                <a16:creationId xmlns:a16="http://schemas.microsoft.com/office/drawing/2014/main" id="{EF74BE1B-3905-0015-9870-281AFE49B16D}"/>
              </a:ext>
            </a:extLst>
          </p:cNvPr>
          <p:cNvSpPr/>
          <p:nvPr/>
        </p:nvSpPr>
        <p:spPr>
          <a:xfrm>
            <a:off x="1" y="3934691"/>
            <a:ext cx="2974018" cy="2923309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BC7F56AE-D0C4-95F2-8727-8CF3600003BC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다이아몬드 25">
            <a:extLst>
              <a:ext uri="{FF2B5EF4-FFF2-40B4-BE49-F238E27FC236}">
                <a16:creationId xmlns:a16="http://schemas.microsoft.com/office/drawing/2014/main" id="{31F1A81E-1CB5-4E8C-1673-A869AF5A1FDF}"/>
              </a:ext>
            </a:extLst>
          </p:cNvPr>
          <p:cNvSpPr/>
          <p:nvPr/>
        </p:nvSpPr>
        <p:spPr>
          <a:xfrm>
            <a:off x="323628" y="2094254"/>
            <a:ext cx="1271258" cy="1271258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다이아몬드 26">
            <a:extLst>
              <a:ext uri="{FF2B5EF4-FFF2-40B4-BE49-F238E27FC236}">
                <a16:creationId xmlns:a16="http://schemas.microsoft.com/office/drawing/2014/main" id="{CEE88426-0CA3-133D-F0A1-7BCFDC38EC8C}"/>
              </a:ext>
            </a:extLst>
          </p:cNvPr>
          <p:cNvSpPr/>
          <p:nvPr/>
        </p:nvSpPr>
        <p:spPr>
          <a:xfrm>
            <a:off x="836162" y="1525075"/>
            <a:ext cx="650848" cy="650848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78DF1A-7967-287E-2DA0-5CF2E5B48739}"/>
              </a:ext>
            </a:extLst>
          </p:cNvPr>
          <p:cNvSpPr txBox="1"/>
          <p:nvPr/>
        </p:nvSpPr>
        <p:spPr>
          <a:xfrm>
            <a:off x="1646066" y="4033246"/>
            <a:ext cx="657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MY PAUL SCHOOL PYTHON BASIC CLASS</a:t>
            </a:r>
          </a:p>
          <a:p>
            <a:r>
              <a:rPr lang="en-US" altLang="ko-KR" sz="16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2026 CHOI JAE SEONG</a:t>
            </a:r>
            <a:endParaRPr lang="ko-KR" altLang="en-US" sz="16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C911F2-25BC-FED8-8C3D-D003BA57E829}"/>
              </a:ext>
            </a:extLst>
          </p:cNvPr>
          <p:cNvSpPr txBox="1"/>
          <p:nvPr/>
        </p:nvSpPr>
        <p:spPr>
          <a:xfrm>
            <a:off x="1646066" y="2094254"/>
            <a:ext cx="65798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solidFill>
                  <a:srgbClr val="98E5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파이썬</a:t>
            </a:r>
            <a:endParaRPr lang="en-US" altLang="ko-KR" sz="6000" dirty="0">
              <a:solidFill>
                <a:srgbClr val="98E5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6000" dirty="0">
                <a:solidFill>
                  <a:srgbClr val="44BEA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기초</a:t>
            </a:r>
            <a:r>
              <a:rPr lang="ko-KR" alt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4BFEA72-A8D3-54ED-97E3-FCDD1F5D8CB7}"/>
              </a:ext>
            </a:extLst>
          </p:cNvPr>
          <p:cNvSpPr/>
          <p:nvPr/>
        </p:nvSpPr>
        <p:spPr>
          <a:xfrm>
            <a:off x="1780208" y="1665833"/>
            <a:ext cx="1384448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DE695"/>
              </a:gs>
              <a:gs pos="100000">
                <a:srgbClr val="37BBA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Impact" panose="020B0806030902050204" pitchFamily="34" charset="0"/>
              </a:rPr>
              <a:t>Week 08</a:t>
            </a:r>
            <a:endParaRPr lang="ko-KR" altLang="en-US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64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C71D9-5D5B-1D70-3612-604BA9D3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217DC374-27E3-D978-D509-A4E1B5FA0C80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F438A32-A4AB-2204-407F-582E90B35324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0462866-598C-CEC2-5E3C-67D499D5FF3E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F8E63-C84A-6D4F-D11B-0CECCCD55676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00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F0BF2-2762-D27D-88B8-AF4A9D318FCC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코딩 실습</a:t>
            </a:r>
          </a:p>
        </p:txBody>
      </p:sp>
    </p:spTree>
    <p:extLst>
      <p:ext uri="{BB962C8B-B14F-4D97-AF65-F5344CB8AC3E}">
        <p14:creationId xmlns:p14="http://schemas.microsoft.com/office/powerpoint/2010/main" val="1121640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7805-682F-A7D7-A1A6-006D5AFC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5B03C10E-25FA-1D1B-2DDD-9172581DFC13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A316B0A3-E290-6763-3303-2555E051409B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4D15E640-1E12-025C-F728-4581DC8F7920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09EE3D4E-3DF2-0120-0E0D-B576FCABF186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D9D4DC-8557-0E35-719E-C4D4D19AA43D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9173A9DD-9DC3-9C2C-1980-7157240CC36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8E72ACF8-9DAF-834D-7F50-48D5A6AEBDAC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713D1011-435D-9EEB-CEE4-5A826F8C3014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AED4A00C-A584-0DDD-5C14-36E6EA692607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68253465-7785-4826-FDE0-5986341083C1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3B107-8067-C231-3066-6FFD9FA1F802}"/>
              </a:ext>
            </a:extLst>
          </p:cNvPr>
          <p:cNvSpPr txBox="1"/>
          <p:nvPr/>
        </p:nvSpPr>
        <p:spPr>
          <a:xfrm>
            <a:off x="1289586" y="200033"/>
            <a:ext cx="8005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 8.1. </a:t>
            </a:r>
            <a:endParaRPr lang="ko-KR" altLang="en-US" sz="24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FAA07DA-DC52-9C53-F9FF-A91EA14BA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D778BC-E8AF-2FC6-B3A3-0A07E3755FD5}"/>
              </a:ext>
            </a:extLst>
          </p:cNvPr>
          <p:cNvSpPr txBox="1"/>
          <p:nvPr/>
        </p:nvSpPr>
        <p:spPr>
          <a:xfrm>
            <a:off x="943357" y="1170429"/>
            <a:ext cx="506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입력과 출력</a:t>
            </a:r>
            <a:r>
              <a:rPr lang="en-US" altLang="ko-KR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2B527B6E-51EF-337F-24C4-5148BBC1CC7F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3B34D-6728-6496-E6ED-E3ACD5099CA4}"/>
              </a:ext>
            </a:extLst>
          </p:cNvPr>
          <p:cNvSpPr txBox="1"/>
          <p:nvPr/>
        </p:nvSpPr>
        <p:spPr>
          <a:xfrm>
            <a:off x="838499" y="1633928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사용자로부터 값을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입력받아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변수 </a:t>
            </a:r>
            <a:r>
              <a:rPr lang="en-US" altLang="ko-KR" sz="24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저장하고 출력해보자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1" name="모서리가 둥근 직사각형 10">
            <a:extLst>
              <a:ext uri="{FF2B5EF4-FFF2-40B4-BE49-F238E27FC236}">
                <a16:creationId xmlns:a16="http://schemas.microsoft.com/office/drawing/2014/main" id="{3F588E2D-330F-0B55-84CF-374E57EF3776}"/>
              </a:ext>
            </a:extLst>
          </p:cNvPr>
          <p:cNvSpPr/>
          <p:nvPr/>
        </p:nvSpPr>
        <p:spPr>
          <a:xfrm>
            <a:off x="1728788" y="2837787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25481639-CEAD-5696-4A27-339C9EFB4B29}"/>
              </a:ext>
            </a:extLst>
          </p:cNvPr>
          <p:cNvSpPr/>
          <p:nvPr/>
        </p:nvSpPr>
        <p:spPr>
          <a:xfrm>
            <a:off x="1719308" y="3233025"/>
            <a:ext cx="8753383" cy="737452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Pretendard SemiBold" panose="02000703000000020004" pitchFamily="50" charset="-127"/>
              </a:rPr>
              <a:t>10</a:t>
            </a:r>
          </a:p>
        </p:txBody>
      </p:sp>
      <p:sp>
        <p:nvSpPr>
          <p:cNvPr id="22" name="모서리가 둥근 직사각형 10">
            <a:extLst>
              <a:ext uri="{FF2B5EF4-FFF2-40B4-BE49-F238E27FC236}">
                <a16:creationId xmlns:a16="http://schemas.microsoft.com/office/drawing/2014/main" id="{1473B52B-C02C-1294-2E7E-9558679313BD}"/>
              </a:ext>
            </a:extLst>
          </p:cNvPr>
          <p:cNvSpPr/>
          <p:nvPr/>
        </p:nvSpPr>
        <p:spPr>
          <a:xfrm>
            <a:off x="1738268" y="4412435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출력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모서리가 둥근 직사각형 10">
            <a:extLst>
              <a:ext uri="{FF2B5EF4-FFF2-40B4-BE49-F238E27FC236}">
                <a16:creationId xmlns:a16="http://schemas.microsoft.com/office/drawing/2014/main" id="{B07B9C45-1760-B604-B26F-4E23349E3478}"/>
              </a:ext>
            </a:extLst>
          </p:cNvPr>
          <p:cNvSpPr/>
          <p:nvPr/>
        </p:nvSpPr>
        <p:spPr>
          <a:xfrm>
            <a:off x="1728788" y="4807673"/>
            <a:ext cx="8753383" cy="737452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Pretendard SemiBold" panose="02000703000000020004" pitchFamily="50" charset="-127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01301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7ACC4-D4B9-283F-3B0F-D56FE859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FE0B9EC1-29E8-D2A1-0F06-4B0AA9598982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C3E7B073-4A9E-9BA9-17F0-1974E78D8A8D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77662A1-11CC-3200-5211-07A07E2BD655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FF5AE3FC-9F85-BF0C-D830-4FAA121C61F4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B95298-D936-646D-543F-9B3982BB4C3A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BB4973FC-CA5C-A799-A08E-220EC6C6C32F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3F772B15-F65C-B7C4-521D-38F08375A96F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7A58817F-0D1E-271C-919A-74F493486F55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2E33DB89-EC7C-F043-AF8E-B630EA46BC93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3D5682D9-E21C-5F76-C788-AEDDC90AA7C5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53774-8B57-1170-7E18-ED6C06922AB9}"/>
              </a:ext>
            </a:extLst>
          </p:cNvPr>
          <p:cNvSpPr txBox="1"/>
          <p:nvPr/>
        </p:nvSpPr>
        <p:spPr>
          <a:xfrm>
            <a:off x="1289586" y="200033"/>
            <a:ext cx="704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 8.2. </a:t>
            </a:r>
            <a:endParaRPr lang="ko-KR" altLang="en-US" sz="24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93DDC7-128C-8379-DC42-DBE733045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21B0EE-73E9-D53F-331F-7FCB83198FDB}"/>
              </a:ext>
            </a:extLst>
          </p:cNvPr>
          <p:cNvSpPr txBox="1"/>
          <p:nvPr/>
        </p:nvSpPr>
        <p:spPr>
          <a:xfrm>
            <a:off x="943357" y="1170429"/>
            <a:ext cx="506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입력과 출력</a:t>
            </a:r>
            <a:r>
              <a:rPr lang="en-US" altLang="ko-KR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1AFAD79D-82E8-2022-2BA6-668C6960389B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B57F27-AC13-7715-41A5-FAA3B1DF1710}"/>
              </a:ext>
            </a:extLst>
          </p:cNvPr>
          <p:cNvSpPr txBox="1"/>
          <p:nvPr/>
        </p:nvSpPr>
        <p:spPr>
          <a:xfrm>
            <a:off x="838499" y="1633928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사용자로부터 </a:t>
            </a:r>
            <a:r>
              <a:rPr lang="ko-KR" altLang="en-US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정수 형태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의 값을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입력받아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변수</a:t>
            </a:r>
            <a:r>
              <a:rPr lang="en-US" altLang="ko-KR" sz="24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a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와</a:t>
            </a:r>
            <a:r>
              <a:rPr lang="en-US" altLang="ko-KR" sz="2400" dirty="0">
                <a:solidFill>
                  <a:srgbClr val="FF00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b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저장하고 </a:t>
            </a:r>
            <a:r>
              <a:rPr lang="ko-KR" altLang="en-US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합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출력해보자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FBFCE165-5CF0-EE68-AA76-F6204A6C9811}"/>
              </a:ext>
            </a:extLst>
          </p:cNvPr>
          <p:cNvSpPr/>
          <p:nvPr/>
        </p:nvSpPr>
        <p:spPr>
          <a:xfrm>
            <a:off x="1728788" y="2815999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모서리가 둥근 직사각형 10">
            <a:extLst>
              <a:ext uri="{FF2B5EF4-FFF2-40B4-BE49-F238E27FC236}">
                <a16:creationId xmlns:a16="http://schemas.microsoft.com/office/drawing/2014/main" id="{2AF751C6-2BB9-59F8-61E9-8C77C5889E39}"/>
              </a:ext>
            </a:extLst>
          </p:cNvPr>
          <p:cNvSpPr/>
          <p:nvPr/>
        </p:nvSpPr>
        <p:spPr>
          <a:xfrm>
            <a:off x="1719308" y="3211237"/>
            <a:ext cx="8753383" cy="1013123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Pretendard SemiBold" panose="02000703000000020004" pitchFamily="50" charset="-127"/>
              </a:rPr>
              <a:t>10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Pretendard SemiBold" panose="02000703000000020004" pitchFamily="50" charset="-127"/>
              </a:rPr>
              <a:t>20</a:t>
            </a:r>
          </a:p>
        </p:txBody>
      </p:sp>
      <p:sp>
        <p:nvSpPr>
          <p:cNvPr id="24" name="모서리가 둥근 직사각형 10">
            <a:extLst>
              <a:ext uri="{FF2B5EF4-FFF2-40B4-BE49-F238E27FC236}">
                <a16:creationId xmlns:a16="http://schemas.microsoft.com/office/drawing/2014/main" id="{64CB80EE-80D6-8A8B-2C24-391F55C141E4}"/>
              </a:ext>
            </a:extLst>
          </p:cNvPr>
          <p:cNvSpPr/>
          <p:nvPr/>
        </p:nvSpPr>
        <p:spPr>
          <a:xfrm>
            <a:off x="1738268" y="4608410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출력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5" name="모서리가 둥근 직사각형 10">
            <a:extLst>
              <a:ext uri="{FF2B5EF4-FFF2-40B4-BE49-F238E27FC236}">
                <a16:creationId xmlns:a16="http://schemas.microsoft.com/office/drawing/2014/main" id="{00EE82CA-B8EB-554D-7037-65B1EC0452D1}"/>
              </a:ext>
            </a:extLst>
          </p:cNvPr>
          <p:cNvSpPr/>
          <p:nvPr/>
        </p:nvSpPr>
        <p:spPr>
          <a:xfrm>
            <a:off x="1728788" y="5003648"/>
            <a:ext cx="8753383" cy="737452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Pretendard SemiBold" panose="02000703000000020004" pitchFamily="50" charset="-127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946686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48422-779A-7DCA-839D-D59910A31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F92AB041-C0D3-A85C-E8B7-81B7D0ECAEBB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457AB72E-6010-A623-73D2-640CA351543E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763355D5-C9E5-54A6-3556-98CF4ABE60D4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1234AB02-ADF0-F1CE-1C48-CF5F6021F69C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83009E-3319-03C0-A1C6-2202B98DDA71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E8A53A6E-C4D7-45BC-EAA6-9BB222D5C8E6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71F29D90-A41C-F84F-4085-7746A9C6E0B1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7472E377-62D9-B4F1-8220-C92697AC27C3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59A881C8-E55B-305C-E5AD-1975E3A06D2C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F6C790AF-F9AE-EA7C-F1EE-B865CA9A67CA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C19F19-8F53-643C-9BCA-1DCE914A5B3D}"/>
              </a:ext>
            </a:extLst>
          </p:cNvPr>
          <p:cNvSpPr txBox="1"/>
          <p:nvPr/>
        </p:nvSpPr>
        <p:spPr>
          <a:xfrm>
            <a:off x="1289586" y="200033"/>
            <a:ext cx="704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 8.3. </a:t>
            </a:r>
            <a:endParaRPr lang="ko-KR" altLang="en-US" sz="24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4E9970-AF5F-589D-06DB-BD9CC220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8B92A3-AC0E-FA38-9220-ED4A79962BF1}"/>
              </a:ext>
            </a:extLst>
          </p:cNvPr>
          <p:cNvSpPr txBox="1"/>
          <p:nvPr/>
        </p:nvSpPr>
        <p:spPr>
          <a:xfrm>
            <a:off x="943357" y="1170429"/>
            <a:ext cx="506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조건문</a:t>
            </a:r>
            <a:r>
              <a:rPr lang="en-US" altLang="ko-KR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F2AD12B0-3CAC-3305-9D74-CABC5EA4DB06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11390-C1BE-3F86-86CC-CCC0A8D475C0}"/>
              </a:ext>
            </a:extLst>
          </p:cNvPr>
          <p:cNvSpPr txBox="1"/>
          <p:nvPr/>
        </p:nvSpPr>
        <p:spPr>
          <a:xfrm>
            <a:off x="838499" y="1633928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사용자로부터 값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('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또는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–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문자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입력받아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변수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op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저장한다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3BF5339A-5AF2-8E47-C2C6-DC429C447E16}"/>
              </a:ext>
            </a:extLst>
          </p:cNvPr>
          <p:cNvSpPr/>
          <p:nvPr/>
        </p:nvSpPr>
        <p:spPr>
          <a:xfrm>
            <a:off x="1738268" y="3252481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D4ABF38-EE4B-9A83-E9D0-06E4BA6E85F2}"/>
              </a:ext>
            </a:extLst>
          </p:cNvPr>
          <p:cNvSpPr/>
          <p:nvPr/>
        </p:nvSpPr>
        <p:spPr>
          <a:xfrm>
            <a:off x="1728788" y="3693108"/>
            <a:ext cx="8753383" cy="991113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+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21" name="모서리가 둥근 직사각형 10">
            <a:extLst>
              <a:ext uri="{FF2B5EF4-FFF2-40B4-BE49-F238E27FC236}">
                <a16:creationId xmlns:a16="http://schemas.microsoft.com/office/drawing/2014/main" id="{6C68732E-68C5-CB68-4861-834DDA973EDE}"/>
              </a:ext>
            </a:extLst>
          </p:cNvPr>
          <p:cNvSpPr/>
          <p:nvPr/>
        </p:nvSpPr>
        <p:spPr>
          <a:xfrm>
            <a:off x="1738268" y="4847439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출력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2" name="모서리가 둥근 직사각형 10">
            <a:extLst>
              <a:ext uri="{FF2B5EF4-FFF2-40B4-BE49-F238E27FC236}">
                <a16:creationId xmlns:a16="http://schemas.microsoft.com/office/drawing/2014/main" id="{849B61C6-A59F-671B-ACF2-BA4CB49A6EF1}"/>
              </a:ext>
            </a:extLst>
          </p:cNvPr>
          <p:cNvSpPr/>
          <p:nvPr/>
        </p:nvSpPr>
        <p:spPr>
          <a:xfrm>
            <a:off x="1728788" y="5242677"/>
            <a:ext cx="8753383" cy="737452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Pretendard SemiBold" panose="02000703000000020004" pitchFamily="50" charset="-127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EA156-9B59-716D-D1A7-23D5007F7EA8}"/>
              </a:ext>
            </a:extLst>
          </p:cNvPr>
          <p:cNvSpPr txBox="1"/>
          <p:nvPr/>
        </p:nvSpPr>
        <p:spPr>
          <a:xfrm>
            <a:off x="838499" y="2119855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op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+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라면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30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출력한다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045B6E-735F-9AC1-E157-7F89B81C3C01}"/>
              </a:ext>
            </a:extLst>
          </p:cNvPr>
          <p:cNvSpPr txBox="1"/>
          <p:nvPr/>
        </p:nvSpPr>
        <p:spPr>
          <a:xfrm>
            <a:off x="838499" y="2579908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변수 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op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라면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출력한다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9913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AB8B6-B47D-4B7E-82AA-8EA86B61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0AB90E37-F2B5-76E8-5A68-F99A08698AA9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FFAC9DF7-B57F-C2B7-5381-1ED4A32C5558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BF5C4058-1021-6141-1F3F-6ED0F93AF271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3EDAA34F-AD0A-7A78-E7C8-284FB0FDD131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4FC4A2-E889-234C-9CAB-4AA74FAD5E57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4B27F95E-CF45-7BEF-F1DF-FE4C21D2894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523AFF04-5D51-DCD7-CC8B-FB429BDA4CA1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CA435A7A-2EF5-E295-4993-10D3FBB8895C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BCFE286F-5C59-E91C-CD88-A72EFD0D19D3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5FB9A492-AB12-A861-60F5-E6629044D73A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493AD-D22B-A4BB-FF93-00FF481EED44}"/>
              </a:ext>
            </a:extLst>
          </p:cNvPr>
          <p:cNvSpPr txBox="1"/>
          <p:nvPr/>
        </p:nvSpPr>
        <p:spPr>
          <a:xfrm>
            <a:off x="1289586" y="200033"/>
            <a:ext cx="704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 8.4. </a:t>
            </a:r>
            <a:endParaRPr lang="ko-KR" altLang="en-US" sz="24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D6F186-721B-4EDC-8502-E2F92300F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AE15DC-DAA1-BA5C-8853-09D88129C575}"/>
              </a:ext>
            </a:extLst>
          </p:cNvPr>
          <p:cNvSpPr txBox="1"/>
          <p:nvPr/>
        </p:nvSpPr>
        <p:spPr>
          <a:xfrm>
            <a:off x="943357" y="1170429"/>
            <a:ext cx="5856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조건문</a:t>
            </a:r>
            <a:r>
              <a:rPr lang="en-US" altLang="ko-KR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F63A5684-EB3E-987B-07B4-71180C1FB666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5C8ACC-FE7B-E1C5-37C6-060E9B972784}"/>
              </a:ext>
            </a:extLst>
          </p:cNvPr>
          <p:cNvSpPr txBox="1"/>
          <p:nvPr/>
        </p:nvSpPr>
        <p:spPr>
          <a:xfrm>
            <a:off x="838499" y="1633928"/>
            <a:ext cx="10098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사용자로부터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정수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연산자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정수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순서대로 값을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입력받으면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해당 계산 결과가 출력되도록 만들어보자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57CDAE6D-EC53-2DCC-C133-824D9CF9694E}"/>
              </a:ext>
            </a:extLst>
          </p:cNvPr>
          <p:cNvSpPr/>
          <p:nvPr/>
        </p:nvSpPr>
        <p:spPr>
          <a:xfrm>
            <a:off x="1719308" y="2677987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272011F-1732-A180-FF71-BF19B89E2489}"/>
              </a:ext>
            </a:extLst>
          </p:cNvPr>
          <p:cNvSpPr/>
          <p:nvPr/>
        </p:nvSpPr>
        <p:spPr>
          <a:xfrm>
            <a:off x="1719308" y="3124520"/>
            <a:ext cx="8753383" cy="1448591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10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+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20</a:t>
            </a:r>
          </a:p>
        </p:txBody>
      </p:sp>
      <p:sp>
        <p:nvSpPr>
          <p:cNvPr id="21" name="모서리가 둥근 직사각형 10">
            <a:extLst>
              <a:ext uri="{FF2B5EF4-FFF2-40B4-BE49-F238E27FC236}">
                <a16:creationId xmlns:a16="http://schemas.microsoft.com/office/drawing/2014/main" id="{3B204C07-5323-C7C9-5920-40F732517DFD}"/>
              </a:ext>
            </a:extLst>
          </p:cNvPr>
          <p:cNvSpPr/>
          <p:nvPr/>
        </p:nvSpPr>
        <p:spPr>
          <a:xfrm>
            <a:off x="1743369" y="4788714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출력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2" name="모서리가 둥근 직사각형 10">
            <a:extLst>
              <a:ext uri="{FF2B5EF4-FFF2-40B4-BE49-F238E27FC236}">
                <a16:creationId xmlns:a16="http://schemas.microsoft.com/office/drawing/2014/main" id="{D43D8D97-6150-B0B6-3036-9CF76A19A527}"/>
              </a:ext>
            </a:extLst>
          </p:cNvPr>
          <p:cNvSpPr/>
          <p:nvPr/>
        </p:nvSpPr>
        <p:spPr>
          <a:xfrm>
            <a:off x="1733889" y="5183952"/>
            <a:ext cx="8753383" cy="737452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Pretendard SemiBold" panose="02000703000000020004" pitchFamily="50" charset="-127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43663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81312-3F1B-F832-7C21-C387B923B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74E664E1-F23F-45A2-BF1B-84373B1EB2D6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AB0ECAF-7675-4B51-2944-E155FCC33042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60D215DE-28A5-0213-854C-98E27C147A7B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B971E33D-82EF-5FAC-40F9-8CF20AFDAAA5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BE79D3-27C4-49FE-F184-E64169ADAF03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4EC760B1-15C9-832A-71F2-1B2C71CB7045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D05A9514-04E6-09DF-5B3D-D8B9E2758256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EE5B4F70-1168-4AFA-F991-956C044ED58E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6998BB7D-A7A2-0B57-FD7C-1938B0699669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8F3B9670-1B24-137F-E7A6-7FEEA6BE72D0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C7292-D8D0-F3CC-B746-6785671EC1DB}"/>
              </a:ext>
            </a:extLst>
          </p:cNvPr>
          <p:cNvSpPr txBox="1"/>
          <p:nvPr/>
        </p:nvSpPr>
        <p:spPr>
          <a:xfrm>
            <a:off x="1289586" y="200033"/>
            <a:ext cx="704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 8.5. </a:t>
            </a:r>
            <a:endParaRPr lang="ko-KR" altLang="en-US" sz="24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893B7D-C6D2-A12D-ABAE-AFC450518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11A86F-61F2-8C36-AEFD-D0482205F75E}"/>
              </a:ext>
            </a:extLst>
          </p:cNvPr>
          <p:cNvSpPr txBox="1"/>
          <p:nvPr/>
        </p:nvSpPr>
        <p:spPr>
          <a:xfrm>
            <a:off x="943357" y="1170429"/>
            <a:ext cx="5856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함수</a:t>
            </a:r>
            <a:r>
              <a:rPr lang="en-US" altLang="ko-KR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6E8C14D2-50B2-3538-F91C-E4F9546CB457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5770A-B13F-7742-8A66-8A37AC6F57FA}"/>
              </a:ext>
            </a:extLst>
          </p:cNvPr>
          <p:cNvSpPr txBox="1"/>
          <p:nvPr/>
        </p:nvSpPr>
        <p:spPr>
          <a:xfrm>
            <a:off x="838499" y="1633928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cal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이라는 함수를 만들어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LAB 8.4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 만든 기능을 그대로 구현해보자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" name="모서리가 둥근 직사각형 3">
            <a:extLst>
              <a:ext uri="{FF2B5EF4-FFF2-40B4-BE49-F238E27FC236}">
                <a16:creationId xmlns:a16="http://schemas.microsoft.com/office/drawing/2014/main" id="{6D7824C0-9F33-F8AD-13EC-086889BFAED2}"/>
              </a:ext>
            </a:extLst>
          </p:cNvPr>
          <p:cNvSpPr/>
          <p:nvPr/>
        </p:nvSpPr>
        <p:spPr>
          <a:xfrm>
            <a:off x="1651730" y="2954661"/>
            <a:ext cx="8886064" cy="948678"/>
          </a:xfrm>
          <a:prstGeom prst="roundRect">
            <a:avLst>
              <a:gd name="adj" fmla="val 9910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def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3600" dirty="0" err="1">
                <a:solidFill>
                  <a:srgbClr val="6A522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cal</a:t>
            </a:r>
            <a:r>
              <a:rPr lang="en-US" altLang="ko-KR" sz="36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</a:t>
            </a:r>
            <a:endParaRPr lang="it-IT" altLang="ko-KR" sz="3600" dirty="0">
              <a:solidFill>
                <a:srgbClr val="2249FB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2118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0795-4813-454D-FF8C-080A1251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C21F7221-F749-97D0-52F6-E489B160746A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382DFAEF-A64E-1D6E-F853-571F37D6EC7C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4A08D1C6-4244-9087-FCE0-98058655A31A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9C199E91-303B-A691-8A57-E26231470A80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07B6D4-A9AB-A58B-4A59-CD40B9413783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BF7AC4CB-395D-AF3E-8269-40217FB90289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4CF7BADE-0105-8F88-0ABE-5029D6E2DB57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AE832E2C-4CE8-5A85-954B-CB75DFB36DF7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D01395F0-D4F3-3C0F-3B88-A8DB0689BDCF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4823E0CF-7CF5-6A5E-F83A-CB6ED873EE28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2529C-EAA7-E9BE-0A52-05B189313CCB}"/>
              </a:ext>
            </a:extLst>
          </p:cNvPr>
          <p:cNvSpPr txBox="1"/>
          <p:nvPr/>
        </p:nvSpPr>
        <p:spPr>
          <a:xfrm>
            <a:off x="1289586" y="200033"/>
            <a:ext cx="704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 8.6. </a:t>
            </a:r>
            <a:endParaRPr lang="ko-KR" altLang="en-US" sz="24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C5447B9-E0FC-95BB-98FB-BE8508683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285AE3-2ACF-9023-F1E9-54FECCE57842}"/>
              </a:ext>
            </a:extLst>
          </p:cNvPr>
          <p:cNvSpPr txBox="1"/>
          <p:nvPr/>
        </p:nvSpPr>
        <p:spPr>
          <a:xfrm>
            <a:off x="943357" y="1170429"/>
            <a:ext cx="5856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조건문</a:t>
            </a:r>
            <a:r>
              <a:rPr lang="en-US" altLang="ko-KR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00790A36-6638-DD4B-F297-CEFB4E64C7FE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4EA0B4-3DA5-19F8-AF6D-B92F35719E3E}"/>
              </a:ext>
            </a:extLst>
          </p:cNvPr>
          <p:cNvSpPr txBox="1"/>
          <p:nvPr/>
        </p:nvSpPr>
        <p:spPr>
          <a:xfrm>
            <a:off x="838499" y="1633928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사용자로부터 값을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입력받는다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3DE155EA-905A-C0DD-58F1-D6CBD0E2FB25}"/>
              </a:ext>
            </a:extLst>
          </p:cNvPr>
          <p:cNvSpPr/>
          <p:nvPr/>
        </p:nvSpPr>
        <p:spPr>
          <a:xfrm>
            <a:off x="1733889" y="3292976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02A9887-BCAC-E825-EC56-D657E92F14DD}"/>
              </a:ext>
            </a:extLst>
          </p:cNvPr>
          <p:cNvSpPr/>
          <p:nvPr/>
        </p:nvSpPr>
        <p:spPr>
          <a:xfrm>
            <a:off x="1719308" y="3732391"/>
            <a:ext cx="8753383" cy="840720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5</a:t>
            </a:r>
          </a:p>
        </p:txBody>
      </p:sp>
      <p:sp>
        <p:nvSpPr>
          <p:cNvPr id="21" name="모서리가 둥근 직사각형 10">
            <a:extLst>
              <a:ext uri="{FF2B5EF4-FFF2-40B4-BE49-F238E27FC236}">
                <a16:creationId xmlns:a16="http://schemas.microsoft.com/office/drawing/2014/main" id="{7BB3D4DE-A227-7BBB-B649-D0BA1F2ED61B}"/>
              </a:ext>
            </a:extLst>
          </p:cNvPr>
          <p:cNvSpPr/>
          <p:nvPr/>
        </p:nvSpPr>
        <p:spPr>
          <a:xfrm>
            <a:off x="1743369" y="4788714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출력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2" name="모서리가 둥근 직사각형 10">
            <a:extLst>
              <a:ext uri="{FF2B5EF4-FFF2-40B4-BE49-F238E27FC236}">
                <a16:creationId xmlns:a16="http://schemas.microsoft.com/office/drawing/2014/main" id="{E9D28270-DB24-D54C-6AB5-C92168788848}"/>
              </a:ext>
            </a:extLst>
          </p:cNvPr>
          <p:cNvSpPr/>
          <p:nvPr/>
        </p:nvSpPr>
        <p:spPr>
          <a:xfrm>
            <a:off x="1733889" y="5183952"/>
            <a:ext cx="8753383" cy="737452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Pretendard SemiBold" panose="02000703000000020004" pitchFamily="50" charset="-127"/>
              </a:rPr>
              <a:t>odd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4CCF2-DEB4-97FB-BEEF-F28DB7755865}"/>
              </a:ext>
            </a:extLst>
          </p:cNvPr>
          <p:cNvSpPr txBox="1"/>
          <p:nvPr/>
        </p:nvSpPr>
        <p:spPr>
          <a:xfrm>
            <a:off x="847377" y="2135518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입력받은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값이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짝수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면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even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출력하고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홀수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면 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odd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출력된다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8675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345EA-109C-3A1B-3DCF-A77A31F4D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EFC6E49E-86F7-85FC-95AE-C360061B06DC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9E8B2A6B-A4DC-BDC1-8BC1-AAD78DDC0687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0A67043-9D77-0402-70F4-1066389778EF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74B81FB2-B13C-4B1D-14FB-65C64363E4A7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93D6CD-7F7B-9CCE-5816-7FE293254533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D1247052-4106-79D6-544A-34983D7094F6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40294575-17CC-D013-5C65-1A2FFA0A3D51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AEA7252E-F71C-9C62-04B1-344B6C45204A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80253BC6-5863-B241-B7D6-E85A54A2B399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963AD7EE-A1AA-3B98-FE30-36BA400CD8DD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5AE57-2295-53D7-851D-A6327DF20693}"/>
              </a:ext>
            </a:extLst>
          </p:cNvPr>
          <p:cNvSpPr txBox="1"/>
          <p:nvPr/>
        </p:nvSpPr>
        <p:spPr>
          <a:xfrm>
            <a:off x="1289586" y="200033"/>
            <a:ext cx="704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 8.7. </a:t>
            </a:r>
            <a:endParaRPr lang="ko-KR" altLang="en-US" sz="24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11B40A6-2B89-B762-1AD3-9D7DD72D1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F9B776-11FA-BFD9-8B8F-D533D1CD8C59}"/>
              </a:ext>
            </a:extLst>
          </p:cNvPr>
          <p:cNvSpPr txBox="1"/>
          <p:nvPr/>
        </p:nvSpPr>
        <p:spPr>
          <a:xfrm>
            <a:off x="943357" y="1170429"/>
            <a:ext cx="5856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반복문</a:t>
            </a:r>
            <a:r>
              <a:rPr lang="en-US" altLang="ko-KR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47C4C8C1-E6F6-5EE3-0C8D-AC41E0DAACEC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20293C-EB72-98A2-1F39-6BEEC67A32E5}"/>
              </a:ext>
            </a:extLst>
          </p:cNvPr>
          <p:cNvSpPr txBox="1"/>
          <p:nvPr/>
        </p:nvSpPr>
        <p:spPr>
          <a:xfrm>
            <a:off x="838499" y="1633928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사용자로부터 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또는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입력받는다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24C607B3-8760-4EC4-B5C9-7F1A9152D993}"/>
              </a:ext>
            </a:extLst>
          </p:cNvPr>
          <p:cNvSpPr/>
          <p:nvPr/>
        </p:nvSpPr>
        <p:spPr>
          <a:xfrm>
            <a:off x="1719308" y="3099418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68191D7-51F0-9D00-0502-20809FB5098E}"/>
              </a:ext>
            </a:extLst>
          </p:cNvPr>
          <p:cNvSpPr/>
          <p:nvPr/>
        </p:nvSpPr>
        <p:spPr>
          <a:xfrm>
            <a:off x="1719308" y="3520848"/>
            <a:ext cx="8753383" cy="1052263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0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5</a:t>
            </a:r>
          </a:p>
        </p:txBody>
      </p:sp>
      <p:sp>
        <p:nvSpPr>
          <p:cNvPr id="21" name="모서리가 둥근 직사각형 10">
            <a:extLst>
              <a:ext uri="{FF2B5EF4-FFF2-40B4-BE49-F238E27FC236}">
                <a16:creationId xmlns:a16="http://schemas.microsoft.com/office/drawing/2014/main" id="{CC74B4B4-E9B2-B7DF-2012-ECC8275EAA52}"/>
              </a:ext>
            </a:extLst>
          </p:cNvPr>
          <p:cNvSpPr/>
          <p:nvPr/>
        </p:nvSpPr>
        <p:spPr>
          <a:xfrm>
            <a:off x="1743369" y="4788714"/>
            <a:ext cx="793073" cy="447623"/>
          </a:xfrm>
          <a:prstGeom prst="roundRect">
            <a:avLst>
              <a:gd name="adj" fmla="val 7827"/>
            </a:avLst>
          </a:prstGeom>
          <a:solidFill>
            <a:srgbClr val="9FD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9FB8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출력</a:t>
            </a:r>
            <a:endParaRPr lang="en-US" altLang="ko-KR" sz="2400" dirty="0">
              <a:solidFill>
                <a:srgbClr val="F9FB8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2" name="모서리가 둥근 직사각형 10">
            <a:extLst>
              <a:ext uri="{FF2B5EF4-FFF2-40B4-BE49-F238E27FC236}">
                <a16:creationId xmlns:a16="http://schemas.microsoft.com/office/drawing/2014/main" id="{4DAD0DC5-3942-41E5-01EE-2BFA9EA36FA2}"/>
              </a:ext>
            </a:extLst>
          </p:cNvPr>
          <p:cNvSpPr/>
          <p:nvPr/>
        </p:nvSpPr>
        <p:spPr>
          <a:xfrm>
            <a:off x="1733889" y="5183952"/>
            <a:ext cx="8753383" cy="737452"/>
          </a:xfrm>
          <a:prstGeom prst="roundRect">
            <a:avLst>
              <a:gd name="adj" fmla="val 4215"/>
            </a:avLst>
          </a:prstGeom>
          <a:solidFill>
            <a:srgbClr val="F3FA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200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☆☆☆☆☆</a:t>
            </a:r>
            <a:endParaRPr lang="en-US" altLang="ko-KR" sz="3200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0022E-642F-A71F-C131-8E5F81DCDEBA}"/>
              </a:ext>
            </a:extLst>
          </p:cNvPr>
          <p:cNvSpPr txBox="1"/>
          <p:nvPr/>
        </p:nvSpPr>
        <p:spPr>
          <a:xfrm>
            <a:off x="838499" y="2108520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0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입력되면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모양이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☆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바뀌고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입력되면 모양이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★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으로 바뀐다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28F464-3F36-D485-4DF8-99E167406A18}"/>
              </a:ext>
            </a:extLst>
          </p:cNvPr>
          <p:cNvSpPr txBox="1"/>
          <p:nvPr/>
        </p:nvSpPr>
        <p:spPr>
          <a:xfrm>
            <a:off x="838499" y="2595985"/>
            <a:ext cx="10782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그리고 정수를 또 입력하면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해당 숫자만큼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이전에 설정한 모양이 </a:t>
            </a:r>
            <a:r>
              <a:rPr lang="ko-KR" altLang="en-US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복사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되어 출력된다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2987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ACCBC-9A72-DE9A-DE98-71D26BB88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FF0392A1-9443-555A-36FF-50932D3F83C9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40C572D1-6A7E-92C6-C3A5-4A123A709E43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1E58DCEF-BF6B-3679-28B9-AA2DA1DABF2D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78C62031-206B-EB6E-C36A-6D9667CB53B2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C8D52A-FB27-1B7F-8E30-0587843245DA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D9163E38-A30A-DC3B-C9C8-C92FA8A882E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62342C1-4E09-67B3-B1D0-3ED9B881562F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211344CF-DC28-DA5A-058F-F39996B73F6B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1C0DC6F5-BD82-5C94-CC62-2AC4AC90D7EA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409277B6-AA7D-DBFC-9626-844467378D3C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73D7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71D73-B719-A57A-AFB7-8C3DA9A57A31}"/>
              </a:ext>
            </a:extLst>
          </p:cNvPr>
          <p:cNvSpPr txBox="1"/>
          <p:nvPr/>
        </p:nvSpPr>
        <p:spPr>
          <a:xfrm>
            <a:off x="1289586" y="200033"/>
            <a:ext cx="704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LAB 8.8. </a:t>
            </a:r>
            <a:endParaRPr lang="ko-KR" altLang="en-US" sz="24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B9727BC-909C-10F7-893A-CCB249225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7A0F8D-F66C-9AD9-97DC-D5BA58BD1B1E}"/>
              </a:ext>
            </a:extLst>
          </p:cNvPr>
          <p:cNvSpPr txBox="1"/>
          <p:nvPr/>
        </p:nvSpPr>
        <p:spPr>
          <a:xfrm>
            <a:off x="943357" y="1170429"/>
            <a:ext cx="5856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리스트</a:t>
            </a:r>
            <a:endParaRPr lang="en-US" altLang="ko-KR" sz="24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9A3EC21B-F57F-5F37-B62B-9AA015C4CBE3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0566D1-61ED-7E8A-F236-E0CB1168AA71}"/>
              </a:ext>
            </a:extLst>
          </p:cNvPr>
          <p:cNvSpPr txBox="1"/>
          <p:nvPr/>
        </p:nvSpPr>
        <p:spPr>
          <a:xfrm>
            <a:off x="838499" y="1633928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비어있는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리스트를 만든다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24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a=[]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A8F6B-388F-3D3E-6558-0A66227B46DA}"/>
              </a:ext>
            </a:extLst>
          </p:cNvPr>
          <p:cNvSpPr txBox="1"/>
          <p:nvPr/>
        </p:nvSpPr>
        <p:spPr>
          <a:xfrm>
            <a:off x="838499" y="2108520"/>
            <a:ext cx="10098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사용자로부터 값을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개 </a:t>
            </a:r>
            <a:r>
              <a:rPr lang="ko-KR" altLang="en-US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입력받아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만든 리스트에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추가한다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  <a:r>
              <a:rPr lang="en-US" altLang="ko-KR" sz="2400" dirty="0" err="1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</a:t>
            </a:r>
            <a:r>
              <a:rPr lang="en-US" altLang="ko-KR" sz="2400" dirty="0" err="1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.append</a:t>
            </a:r>
            <a:r>
              <a:rPr lang="en-US" altLang="ko-KR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()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86BD3-C6BE-5B3B-5379-B758EB1B913B}"/>
              </a:ext>
            </a:extLst>
          </p:cNvPr>
          <p:cNvSpPr txBox="1"/>
          <p:nvPr/>
        </p:nvSpPr>
        <p:spPr>
          <a:xfrm>
            <a:off x="838499" y="2595985"/>
            <a:ext cx="10782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4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len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()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함수를 이용해 리스트의 길이를 출력하자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24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5131-4BB2-9828-AE5D-206EC87E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9BA6FF71-2383-CD39-D53E-4FF0FEE46E95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45417D02-30A1-DA42-7B12-D1844117BA9A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C251328C-36A6-DC96-D0C5-B2F95990FC02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0EF3E725-B2F5-3C61-6866-FD01CEED5CDE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2F938B-E4AE-3BA5-C707-68632DF3E1D3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E686BCFF-012D-CABF-3419-15DBE912E9BE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E037B4E6-23AE-81D0-9189-0B401C2B727F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1E6D9361-A7C5-6FD2-7A52-6C7A7961B523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9076512E-F96C-43BD-10A4-D61FD7EFFECE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D2A313BB-BB39-8549-C0B7-22C879769E11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224C3-B579-7E4F-D0E7-22737007C716}"/>
              </a:ext>
            </a:extLst>
          </p:cNvPr>
          <p:cNvSpPr txBox="1"/>
          <p:nvPr/>
        </p:nvSpPr>
        <p:spPr>
          <a:xfrm>
            <a:off x="2325949" y="2828835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solidFill>
                  <a:srgbClr val="81DAD6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Question?</a:t>
            </a:r>
            <a:endParaRPr lang="ko-KR" altLang="en-US" sz="7200" dirty="0">
              <a:solidFill>
                <a:srgbClr val="81DAD6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7467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2771</TotalTime>
  <Words>258</Words>
  <Application>Microsoft Office PowerPoint</Application>
  <PresentationFormat>와이드스크린</PresentationFormat>
  <Paragraphs>68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Pretendard Medium</vt:lpstr>
      <vt:lpstr>D2Coding ligature</vt:lpstr>
      <vt:lpstr>Impact</vt:lpstr>
      <vt:lpstr>Arial</vt:lpstr>
      <vt:lpstr>Pretendard SemiBold</vt:lpstr>
      <vt:lpstr>맑은 고딕</vt:lpstr>
      <vt:lpstr>KoPub돋움체 Bold</vt:lpstr>
      <vt:lpstr>Pretendard Light</vt:lpstr>
      <vt:lpstr>G마켓 산스 Bold</vt:lpstr>
      <vt:lpstr>Microsoft GothicNeo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 재</dc:creator>
  <cp:lastModifiedBy>성 재</cp:lastModifiedBy>
  <cp:revision>338</cp:revision>
  <dcterms:created xsi:type="dcterms:W3CDTF">2025-09-13T18:52:17Z</dcterms:created>
  <dcterms:modified xsi:type="dcterms:W3CDTF">2026-06-06T02:59:45Z</dcterms:modified>
  <cp:contentStatus>최종본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