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76" r:id="rId3"/>
    <p:sldId id="274" r:id="rId4"/>
    <p:sldId id="275" r:id="rId5"/>
    <p:sldId id="381" r:id="rId6"/>
    <p:sldId id="436" r:id="rId7"/>
    <p:sldId id="437" r:id="rId8"/>
    <p:sldId id="415" r:id="rId9"/>
    <p:sldId id="412" r:id="rId10"/>
    <p:sldId id="438" r:id="rId11"/>
    <p:sldId id="338" r:id="rId12"/>
    <p:sldId id="439" r:id="rId13"/>
    <p:sldId id="440" r:id="rId14"/>
    <p:sldId id="403" r:id="rId15"/>
    <p:sldId id="404" r:id="rId16"/>
    <p:sldId id="441" r:id="rId17"/>
    <p:sldId id="442" r:id="rId18"/>
    <p:sldId id="444" r:id="rId19"/>
    <p:sldId id="427" r:id="rId20"/>
    <p:sldId id="272" r:id="rId21"/>
  </p:sldIdLst>
  <p:sldSz cx="12192000" cy="6858000"/>
  <p:notesSz cx="6858000" cy="9144000"/>
  <p:embeddedFontLst>
    <p:embeddedFont>
      <p:font typeface="D2Coding ligature" panose="020B0609020101020101" pitchFamily="49" charset="-127"/>
      <p:regular r:id="rId22"/>
      <p:bold r:id="rId23"/>
    </p:embeddedFont>
    <p:embeddedFont>
      <p:font typeface="G마켓 산스 Bold" panose="02000000000000000000" pitchFamily="50" charset="-127"/>
      <p:bold r:id="rId24"/>
    </p:embeddedFont>
    <p:embeddedFont>
      <p:font typeface="G마켓 산스 Medium" panose="02000000000000000000" pitchFamily="50" charset="-127"/>
      <p:regular r:id="rId25"/>
    </p:embeddedFont>
    <p:embeddedFont>
      <p:font typeface="Impact" panose="020B0806030902050204" pitchFamily="34" charset="0"/>
      <p:regular r:id="rId26"/>
    </p:embeddedFont>
    <p:embeddedFont>
      <p:font typeface="KoPub돋움체 Bold" panose="02020603020101020101" pitchFamily="18" charset="-127"/>
      <p:regular r:id="rId27"/>
      <p:bold r:id="rId28"/>
    </p:embeddedFont>
    <p:embeddedFont>
      <p:font typeface="Microsoft GothicNeo" panose="020B0500000101010101" pitchFamily="50" charset="-127"/>
      <p:regular r:id="rId29"/>
      <p:bold r:id="rId30"/>
    </p:embeddedFont>
    <p:embeddedFont>
      <p:font typeface="Microsoft GothicNeo Light" panose="020B0300000101010101" pitchFamily="50" charset="-127"/>
      <p:regular r:id="rId31"/>
    </p:embeddedFont>
    <p:embeddedFont>
      <p:font typeface="Pretendard Light" panose="02000403000000020004" pitchFamily="50" charset="-127"/>
      <p:regular r:id="rId32"/>
    </p:embeddedFont>
    <p:embeddedFont>
      <p:font typeface="Pretendard Medium" panose="02000603000000020004" pitchFamily="50" charset="-127"/>
      <p:regular r:id="rId33"/>
    </p:embeddedFont>
    <p:embeddedFont>
      <p:font typeface="Pretendard SemiBold" panose="02000703000000020004" pitchFamily="50" charset="-127"/>
      <p:bold r:id="rId34"/>
    </p:embeddedFont>
    <p:embeddedFont>
      <p:font typeface="맑은 고딕" panose="020B0503020000020004" pitchFamily="50" charset="-127"/>
      <p:regular r:id="rId35"/>
      <p:bold r:id="rId3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49FB"/>
    <a:srgbClr val="A31515"/>
    <a:srgbClr val="51B8B0"/>
    <a:srgbClr val="796337"/>
    <a:srgbClr val="08603D"/>
    <a:srgbClr val="317AE9"/>
    <a:srgbClr val="9FD8F7"/>
    <a:srgbClr val="FFF898"/>
    <a:srgbClr val="F3FAFE"/>
    <a:srgbClr val="6A52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15" autoAdjust="0"/>
    <p:restoredTop sz="94379" autoAdjust="0"/>
  </p:normalViewPr>
  <p:slideViewPr>
    <p:cSldViewPr snapToGrid="0">
      <p:cViewPr varScale="1">
        <p:scale>
          <a:sx n="108" d="100"/>
          <a:sy n="108" d="100"/>
        </p:scale>
        <p:origin x="6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D0AC0A-3F9B-A5C6-4AA7-D3EA06A3BD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01B64D7-17C7-C027-E1F0-F23878B63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A57C69-CE13-C496-042D-C09C96DD3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2026-05-23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1ACF98-A77B-8563-BF07-1251A339B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78E394-EC20-D7DF-CB13-79AF34CF0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1910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A9D1EE-C634-334A-111B-1D4C9CF3F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B97BC2-BBAD-5A9B-23C7-284959BB7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7B95C6-D82A-0A11-8C26-16F98539F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2026-05-23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7CF1F5-6413-8CEE-2C23-63880BD7F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E56FC5-0090-10D4-E5C1-FD002B809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8281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E669F7-FC97-09DA-BD26-F56A6EC60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090338-6B1B-12B7-B8E5-932A980B3F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837905-7ACD-AA5B-2720-75CE4DE5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2026-05-23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626939-0C9B-3141-5D82-F922E22EA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AD57EC-C4BA-405F-994E-8AC6F5B99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0432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4E2CC6-C595-EA3F-C857-4FF836742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DEF67D-D038-AF59-D347-09C7142C51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A6A7F2A-593C-F9EB-4B2B-A70C6280BA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05FA8F1-A859-83B9-5F09-030F71964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2026-05-23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D8D790D-AE25-7719-1E49-823F532DC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1EC827C-2EDF-C840-D6D0-0F7C1CFE7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5244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61AC93-0AD6-F646-5426-452B96776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E11A330-BB83-6BBF-84E1-A28CD01CA4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2F1948B-AF0D-F591-CFF4-F73944A668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1470157-92E3-5E4C-E496-BC9E685619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C53E642-1980-19B8-695B-8D3A763753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B64E97D-2970-54CA-5944-F8B8DE5F2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2026-05-23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70F51F9-8809-A812-45FC-84A9AB325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A860958-651A-6B5E-7445-C3E44800D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856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B5EB78-8243-32CA-7937-DE772ACE0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833BE2F-8E2A-7E2A-37D7-8B2F97D8E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2026-05-23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CB0856A-270C-B49A-4407-A07164D9C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419DE32-988F-77A8-1D25-F6487BABC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2919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4D603F0-DDFB-05A3-8613-D69CC1B54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2026-05-23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51F0BDD-FC90-EE66-7F47-BEF16D140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BEB414-4376-6CAF-130F-C70CD2914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7570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BCD63F-F5D7-B2BF-69D1-C43B585AB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79AE9A-67B4-95A2-16F9-180D193415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5DD0CF-4107-B3BB-779D-BE9076E3AA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B403C2A-7C8B-7AB0-5F7D-C60AA68BF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2026-05-23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59DA15-9183-EAC1-519A-3BBFBE78D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C5D02B9-EDB8-756D-96D1-60D30074D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5868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3E9ABE-00B6-5B92-3E55-BE044D4DD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3624094-FFC7-58C5-B90A-C346075D2C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1D70469-D3C9-395E-AD5A-3B9512CACB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DF11984-C859-9F50-15CF-E37B6C379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2026-05-23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AFE6658-0967-E1C0-BD32-7833B0F4B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7378AC6-F823-9A05-979F-38B009F28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0184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B09AE6-9AAC-A775-3901-151E12C1B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69941B8-B470-6E47-A9EA-DA25090D1A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6A3A29-CE6D-EA40-5715-045071626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2026-05-23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C58B68-F305-D40D-5FB6-8F6D37192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EB9324-A76A-C943-1246-EB203AF90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2320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4EF01C8-D6CE-D6B7-EF6C-5598B4E149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8C20FB8-D89B-964B-E0B6-5136D1CD03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DBF778-8E02-A5F9-213D-7FFD1F021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2026-05-23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52C205-354B-C719-44E9-BEF759FE0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58701B-3837-CC35-6783-CBF766C75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1726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2B4B94A-D523-D442-0C44-5817E3FC4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4EDCBF0-644F-A983-9149-6814CD1416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FE08A4-3F70-7E0B-56E8-7B82BB311B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EA6FA3-4F79-40B5-9796-76ED3E0BCEE0}" type="datetimeFigureOut">
              <a:rPr lang="ko-KR" altLang="en-US" smtClean="0"/>
              <a:t>2026-05-23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249A7D-06CC-2087-8F59-52A6A5FEB1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1DD466-A588-B80D-D3B2-E72281A656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1377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각 삼각형 3">
            <a:extLst>
              <a:ext uri="{FF2B5EF4-FFF2-40B4-BE49-F238E27FC236}">
                <a16:creationId xmlns:a16="http://schemas.microsoft.com/office/drawing/2014/main" id="{E77E6D9C-26C3-FDB5-3264-E7245574EB94}"/>
              </a:ext>
            </a:extLst>
          </p:cNvPr>
          <p:cNvSpPr/>
          <p:nvPr/>
        </p:nvSpPr>
        <p:spPr>
          <a:xfrm flipH="1">
            <a:off x="5415378" y="0"/>
            <a:ext cx="6776621" cy="6858000"/>
          </a:xfrm>
          <a:prstGeom prst="rtTriangl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잘린 대각선 방향 모서리 4">
            <a:extLst>
              <a:ext uri="{FF2B5EF4-FFF2-40B4-BE49-F238E27FC236}">
                <a16:creationId xmlns:a16="http://schemas.microsoft.com/office/drawing/2014/main" id="{F4796C9B-599C-1A83-41AC-5CE3C060FFD1}"/>
              </a:ext>
            </a:extLst>
          </p:cNvPr>
          <p:cNvSpPr/>
          <p:nvPr/>
        </p:nvSpPr>
        <p:spPr>
          <a:xfrm>
            <a:off x="3453414" y="0"/>
            <a:ext cx="8738586" cy="6858000"/>
          </a:xfrm>
          <a:custGeom>
            <a:avLst/>
            <a:gdLst>
              <a:gd name="connsiteX0" fmla="*/ 0 w 7344792"/>
              <a:gd name="connsiteY0" fmla="*/ 0 h 6858000"/>
              <a:gd name="connsiteX1" fmla="*/ 4985503 w 7344792"/>
              <a:gd name="connsiteY1" fmla="*/ 0 h 6858000"/>
              <a:gd name="connsiteX2" fmla="*/ 7344792 w 7344792"/>
              <a:gd name="connsiteY2" fmla="*/ 2359289 h 6858000"/>
              <a:gd name="connsiteX3" fmla="*/ 7344792 w 7344792"/>
              <a:gd name="connsiteY3" fmla="*/ 6858000 h 6858000"/>
              <a:gd name="connsiteX4" fmla="*/ 7344792 w 7344792"/>
              <a:gd name="connsiteY4" fmla="*/ 6858000 h 6858000"/>
              <a:gd name="connsiteX5" fmla="*/ 2359289 w 7344792"/>
              <a:gd name="connsiteY5" fmla="*/ 6858000 h 6858000"/>
              <a:gd name="connsiteX6" fmla="*/ 0 w 7344792"/>
              <a:gd name="connsiteY6" fmla="*/ 4498711 h 6858000"/>
              <a:gd name="connsiteX7" fmla="*/ 0 w 7344792"/>
              <a:gd name="connsiteY7" fmla="*/ 0 h 6858000"/>
              <a:gd name="connsiteX0" fmla="*/ 0 w 7344792"/>
              <a:gd name="connsiteY0" fmla="*/ 0 h 6858000"/>
              <a:gd name="connsiteX1" fmla="*/ 4985503 w 7344792"/>
              <a:gd name="connsiteY1" fmla="*/ 0 h 6858000"/>
              <a:gd name="connsiteX2" fmla="*/ 7344792 w 7344792"/>
              <a:gd name="connsiteY2" fmla="*/ 2359289 h 6858000"/>
              <a:gd name="connsiteX3" fmla="*/ 7344792 w 7344792"/>
              <a:gd name="connsiteY3" fmla="*/ 6858000 h 6858000"/>
              <a:gd name="connsiteX4" fmla="*/ 7344792 w 7344792"/>
              <a:gd name="connsiteY4" fmla="*/ 6858000 h 6858000"/>
              <a:gd name="connsiteX5" fmla="*/ 2359289 w 7344792"/>
              <a:gd name="connsiteY5" fmla="*/ 6858000 h 6858000"/>
              <a:gd name="connsiteX6" fmla="*/ 1402672 w 7344792"/>
              <a:gd name="connsiteY6" fmla="*/ 5484132 h 6858000"/>
              <a:gd name="connsiteX7" fmla="*/ 0 w 7344792"/>
              <a:gd name="connsiteY7" fmla="*/ 0 h 6858000"/>
              <a:gd name="connsiteX0" fmla="*/ 0 w 7344792"/>
              <a:gd name="connsiteY0" fmla="*/ 0 h 6858000"/>
              <a:gd name="connsiteX1" fmla="*/ 4985503 w 7344792"/>
              <a:gd name="connsiteY1" fmla="*/ 0 h 6858000"/>
              <a:gd name="connsiteX2" fmla="*/ 7344792 w 7344792"/>
              <a:gd name="connsiteY2" fmla="*/ 2359289 h 6858000"/>
              <a:gd name="connsiteX3" fmla="*/ 7344792 w 7344792"/>
              <a:gd name="connsiteY3" fmla="*/ 6858000 h 6858000"/>
              <a:gd name="connsiteX4" fmla="*/ 7344792 w 7344792"/>
              <a:gd name="connsiteY4" fmla="*/ 6858000 h 6858000"/>
              <a:gd name="connsiteX5" fmla="*/ 5040345 w 7344792"/>
              <a:gd name="connsiteY5" fmla="*/ 6858000 h 6858000"/>
              <a:gd name="connsiteX6" fmla="*/ 1402672 w 7344792"/>
              <a:gd name="connsiteY6" fmla="*/ 5484132 h 6858000"/>
              <a:gd name="connsiteX7" fmla="*/ 0 w 7344792"/>
              <a:gd name="connsiteY7" fmla="*/ 0 h 6858000"/>
              <a:gd name="connsiteX0" fmla="*/ 0 w 7344792"/>
              <a:gd name="connsiteY0" fmla="*/ 0 h 6858000"/>
              <a:gd name="connsiteX1" fmla="*/ 4985503 w 7344792"/>
              <a:gd name="connsiteY1" fmla="*/ 0 h 6858000"/>
              <a:gd name="connsiteX2" fmla="*/ 7344792 w 7344792"/>
              <a:gd name="connsiteY2" fmla="*/ 2359289 h 6858000"/>
              <a:gd name="connsiteX3" fmla="*/ 7344792 w 7344792"/>
              <a:gd name="connsiteY3" fmla="*/ 6858000 h 6858000"/>
              <a:gd name="connsiteX4" fmla="*/ 7344792 w 7344792"/>
              <a:gd name="connsiteY4" fmla="*/ 6858000 h 6858000"/>
              <a:gd name="connsiteX5" fmla="*/ 5040345 w 7344792"/>
              <a:gd name="connsiteY5" fmla="*/ 6858000 h 6858000"/>
              <a:gd name="connsiteX6" fmla="*/ 3009530 w 7344792"/>
              <a:gd name="connsiteY6" fmla="*/ 4294525 h 6858000"/>
              <a:gd name="connsiteX7" fmla="*/ 0 w 7344792"/>
              <a:gd name="connsiteY7" fmla="*/ 0 h 6858000"/>
              <a:gd name="connsiteX0" fmla="*/ 0 w 7344792"/>
              <a:gd name="connsiteY0" fmla="*/ 0 h 6858000"/>
              <a:gd name="connsiteX1" fmla="*/ 4985503 w 7344792"/>
              <a:gd name="connsiteY1" fmla="*/ 0 h 6858000"/>
              <a:gd name="connsiteX2" fmla="*/ 7344792 w 7344792"/>
              <a:gd name="connsiteY2" fmla="*/ 2359289 h 6858000"/>
              <a:gd name="connsiteX3" fmla="*/ 7344792 w 7344792"/>
              <a:gd name="connsiteY3" fmla="*/ 6858000 h 6858000"/>
              <a:gd name="connsiteX4" fmla="*/ 7344792 w 7344792"/>
              <a:gd name="connsiteY4" fmla="*/ 6858000 h 6858000"/>
              <a:gd name="connsiteX5" fmla="*/ 5040345 w 7344792"/>
              <a:gd name="connsiteY5" fmla="*/ 6858000 h 6858000"/>
              <a:gd name="connsiteX6" fmla="*/ 2778710 w 7344792"/>
              <a:gd name="connsiteY6" fmla="*/ 3770742 h 6858000"/>
              <a:gd name="connsiteX7" fmla="*/ 0 w 7344792"/>
              <a:gd name="connsiteY7" fmla="*/ 0 h 6858000"/>
              <a:gd name="connsiteX0" fmla="*/ 0 w 7344792"/>
              <a:gd name="connsiteY0" fmla="*/ 0 h 6858000"/>
              <a:gd name="connsiteX1" fmla="*/ 5940600 w 7344792"/>
              <a:gd name="connsiteY1" fmla="*/ 0 h 6858000"/>
              <a:gd name="connsiteX2" fmla="*/ 7344792 w 7344792"/>
              <a:gd name="connsiteY2" fmla="*/ 2359289 h 6858000"/>
              <a:gd name="connsiteX3" fmla="*/ 7344792 w 7344792"/>
              <a:gd name="connsiteY3" fmla="*/ 6858000 h 6858000"/>
              <a:gd name="connsiteX4" fmla="*/ 7344792 w 7344792"/>
              <a:gd name="connsiteY4" fmla="*/ 6858000 h 6858000"/>
              <a:gd name="connsiteX5" fmla="*/ 5040345 w 7344792"/>
              <a:gd name="connsiteY5" fmla="*/ 6858000 h 6858000"/>
              <a:gd name="connsiteX6" fmla="*/ 2778710 w 7344792"/>
              <a:gd name="connsiteY6" fmla="*/ 3770742 h 6858000"/>
              <a:gd name="connsiteX7" fmla="*/ 0 w 7344792"/>
              <a:gd name="connsiteY7" fmla="*/ 0 h 6858000"/>
              <a:gd name="connsiteX0" fmla="*/ 0 w 7344792"/>
              <a:gd name="connsiteY0" fmla="*/ 0 h 6858000"/>
              <a:gd name="connsiteX1" fmla="*/ 5940600 w 7344792"/>
              <a:gd name="connsiteY1" fmla="*/ 0 h 6858000"/>
              <a:gd name="connsiteX2" fmla="*/ 7344792 w 7344792"/>
              <a:gd name="connsiteY2" fmla="*/ 1853261 h 6858000"/>
              <a:gd name="connsiteX3" fmla="*/ 7344792 w 7344792"/>
              <a:gd name="connsiteY3" fmla="*/ 6858000 h 6858000"/>
              <a:gd name="connsiteX4" fmla="*/ 7344792 w 7344792"/>
              <a:gd name="connsiteY4" fmla="*/ 6858000 h 6858000"/>
              <a:gd name="connsiteX5" fmla="*/ 5040345 w 7344792"/>
              <a:gd name="connsiteY5" fmla="*/ 6858000 h 6858000"/>
              <a:gd name="connsiteX6" fmla="*/ 2778710 w 7344792"/>
              <a:gd name="connsiteY6" fmla="*/ 3770742 h 6858000"/>
              <a:gd name="connsiteX7" fmla="*/ 0 w 7344792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44792" h="6858000">
                <a:moveTo>
                  <a:pt x="0" y="0"/>
                </a:moveTo>
                <a:lnTo>
                  <a:pt x="5940600" y="0"/>
                </a:lnTo>
                <a:lnTo>
                  <a:pt x="7344792" y="1853261"/>
                </a:lnTo>
                <a:lnTo>
                  <a:pt x="7344792" y="6858000"/>
                </a:lnTo>
                <a:lnTo>
                  <a:pt x="7344792" y="6858000"/>
                </a:lnTo>
                <a:lnTo>
                  <a:pt x="5040345" y="6858000"/>
                </a:lnTo>
                <a:lnTo>
                  <a:pt x="2778710" y="3770742"/>
                </a:lnTo>
                <a:lnTo>
                  <a:pt x="0" y="0"/>
                </a:lnTo>
                <a:close/>
              </a:path>
            </a:pathLst>
          </a:cu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평행 사변형 20">
            <a:extLst>
              <a:ext uri="{FF2B5EF4-FFF2-40B4-BE49-F238E27FC236}">
                <a16:creationId xmlns:a16="http://schemas.microsoft.com/office/drawing/2014/main" id="{A681F277-E327-D830-7BE5-1B4C2C2DC020}"/>
              </a:ext>
            </a:extLst>
          </p:cNvPr>
          <p:cNvSpPr/>
          <p:nvPr/>
        </p:nvSpPr>
        <p:spPr>
          <a:xfrm flipH="1">
            <a:off x="2974019" y="0"/>
            <a:ext cx="5131294" cy="5459767"/>
          </a:xfrm>
          <a:prstGeom prst="parallelogram">
            <a:avLst>
              <a:gd name="adj" fmla="val 92486"/>
            </a:avLst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평행 사변형 21">
            <a:extLst>
              <a:ext uri="{FF2B5EF4-FFF2-40B4-BE49-F238E27FC236}">
                <a16:creationId xmlns:a16="http://schemas.microsoft.com/office/drawing/2014/main" id="{8C3D4BF7-508D-22FC-9A08-8359C52CC195}"/>
              </a:ext>
            </a:extLst>
          </p:cNvPr>
          <p:cNvSpPr/>
          <p:nvPr/>
        </p:nvSpPr>
        <p:spPr>
          <a:xfrm flipH="1">
            <a:off x="5788240" y="4882718"/>
            <a:ext cx="2123243" cy="1975282"/>
          </a:xfrm>
          <a:prstGeom prst="parallelogram">
            <a:avLst>
              <a:gd name="adj" fmla="val 92486"/>
            </a:avLst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각 삼각형 23">
            <a:extLst>
              <a:ext uri="{FF2B5EF4-FFF2-40B4-BE49-F238E27FC236}">
                <a16:creationId xmlns:a16="http://schemas.microsoft.com/office/drawing/2014/main" id="{EF74BE1B-3905-0015-9870-281AFE49B16D}"/>
              </a:ext>
            </a:extLst>
          </p:cNvPr>
          <p:cNvSpPr/>
          <p:nvPr/>
        </p:nvSpPr>
        <p:spPr>
          <a:xfrm>
            <a:off x="1" y="3934691"/>
            <a:ext cx="2974018" cy="2923309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각 삼각형 24">
            <a:extLst>
              <a:ext uri="{FF2B5EF4-FFF2-40B4-BE49-F238E27FC236}">
                <a16:creationId xmlns:a16="http://schemas.microsoft.com/office/drawing/2014/main" id="{BC7F56AE-D0C4-95F2-8727-8CF3600003BC}"/>
              </a:ext>
            </a:extLst>
          </p:cNvPr>
          <p:cNvSpPr/>
          <p:nvPr/>
        </p:nvSpPr>
        <p:spPr>
          <a:xfrm>
            <a:off x="-1" y="6077527"/>
            <a:ext cx="760522" cy="780473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다이아몬드 25">
            <a:extLst>
              <a:ext uri="{FF2B5EF4-FFF2-40B4-BE49-F238E27FC236}">
                <a16:creationId xmlns:a16="http://schemas.microsoft.com/office/drawing/2014/main" id="{31F1A81E-1CB5-4E8C-1673-A869AF5A1FDF}"/>
              </a:ext>
            </a:extLst>
          </p:cNvPr>
          <p:cNvSpPr/>
          <p:nvPr/>
        </p:nvSpPr>
        <p:spPr>
          <a:xfrm>
            <a:off x="323628" y="2094254"/>
            <a:ext cx="1271258" cy="1271258"/>
          </a:xfrm>
          <a:prstGeom prst="diamond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다이아몬드 26">
            <a:extLst>
              <a:ext uri="{FF2B5EF4-FFF2-40B4-BE49-F238E27FC236}">
                <a16:creationId xmlns:a16="http://schemas.microsoft.com/office/drawing/2014/main" id="{CEE88426-0CA3-133D-F0A1-7BCFDC38EC8C}"/>
              </a:ext>
            </a:extLst>
          </p:cNvPr>
          <p:cNvSpPr/>
          <p:nvPr/>
        </p:nvSpPr>
        <p:spPr>
          <a:xfrm>
            <a:off x="836162" y="1525075"/>
            <a:ext cx="650848" cy="650848"/>
          </a:xfrm>
          <a:prstGeom prst="diamond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A78DF1A-7967-287E-2DA0-5CF2E5B48739}"/>
              </a:ext>
            </a:extLst>
          </p:cNvPr>
          <p:cNvSpPr txBox="1"/>
          <p:nvPr/>
        </p:nvSpPr>
        <p:spPr>
          <a:xfrm>
            <a:off x="1646066" y="4033246"/>
            <a:ext cx="65798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MY PAUL SCHOOL PYTHON BASIC CLASS</a:t>
            </a:r>
          </a:p>
          <a:p>
            <a:r>
              <a:rPr lang="en-US" altLang="ko-KR" sz="16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2026 CHOI JAE SEONG</a:t>
            </a:r>
            <a:endParaRPr lang="ko-KR" altLang="en-US" sz="1600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9C911F2-25BC-FED8-8C3D-D003BA57E829}"/>
              </a:ext>
            </a:extLst>
          </p:cNvPr>
          <p:cNvSpPr txBox="1"/>
          <p:nvPr/>
        </p:nvSpPr>
        <p:spPr>
          <a:xfrm>
            <a:off x="1646066" y="2094254"/>
            <a:ext cx="657983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0" dirty="0">
                <a:solidFill>
                  <a:srgbClr val="98E59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파이썬</a:t>
            </a:r>
            <a:endParaRPr lang="en-US" altLang="ko-KR" sz="6000" dirty="0">
              <a:solidFill>
                <a:srgbClr val="98E59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ko-KR" altLang="en-US" sz="6000" dirty="0">
                <a:solidFill>
                  <a:srgbClr val="44BEA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기초</a:t>
            </a:r>
            <a:r>
              <a:rPr lang="ko-KR" altLang="en-US" sz="6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과정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64BFEA72-A8D3-54ED-97E3-FCDD1F5D8CB7}"/>
              </a:ext>
            </a:extLst>
          </p:cNvPr>
          <p:cNvSpPr/>
          <p:nvPr/>
        </p:nvSpPr>
        <p:spPr>
          <a:xfrm>
            <a:off x="1780208" y="1665833"/>
            <a:ext cx="1384448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9DE695"/>
              </a:gs>
              <a:gs pos="100000">
                <a:srgbClr val="37BBA2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Impact" panose="020B0806030902050204" pitchFamily="34" charset="0"/>
              </a:rPr>
              <a:t>Week 07</a:t>
            </a:r>
            <a:endParaRPr lang="ko-KR" altLang="en-US" dirty="0"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6364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70593-75E7-55F6-E8FA-F2DB481BF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E9225EF3-205D-D378-0510-F5C62D638E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649" y="210033"/>
            <a:ext cx="11412701" cy="6437934"/>
          </a:xfrm>
          <a:prstGeom prst="rect">
            <a:avLst/>
          </a:prstGeom>
        </p:spPr>
      </p:pic>
      <p:sp>
        <p:nvSpPr>
          <p:cNvPr id="25" name="직각 삼각형 24">
            <a:extLst>
              <a:ext uri="{FF2B5EF4-FFF2-40B4-BE49-F238E27FC236}">
                <a16:creationId xmlns:a16="http://schemas.microsoft.com/office/drawing/2014/main" id="{F5D4F206-4BB5-2D0C-6D9E-42ED1306359D}"/>
              </a:ext>
            </a:extLst>
          </p:cNvPr>
          <p:cNvSpPr/>
          <p:nvPr/>
        </p:nvSpPr>
        <p:spPr>
          <a:xfrm>
            <a:off x="-1" y="6077527"/>
            <a:ext cx="760522" cy="780473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6" name="Picture 2" descr="노트북으로 코딩을 하고 있는 안경을 쓴 여성 개발자, 프로그래머 일러스트 | 유토이미지 | 상세페이지 | 베이직샵 | 일러스트 |  22348614">
            <a:extLst>
              <a:ext uri="{FF2B5EF4-FFF2-40B4-BE49-F238E27FC236}">
                <a16:creationId xmlns:a16="http://schemas.microsoft.com/office/drawing/2014/main" id="{983B236E-5A72-A792-4BF1-DF8769BC45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6964" y="4754966"/>
            <a:ext cx="2381249" cy="1585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892E9F-9108-1CA8-DE96-F44160ADE5B0}"/>
              </a:ext>
            </a:extLst>
          </p:cNvPr>
          <p:cNvSpPr txBox="1"/>
          <p:nvPr/>
        </p:nvSpPr>
        <p:spPr>
          <a:xfrm>
            <a:off x="1004567" y="1120421"/>
            <a:ext cx="41888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solidFill>
                  <a:srgbClr val="98E596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Chapter 08</a:t>
            </a:r>
            <a:endParaRPr lang="ko-KR" altLang="en-US" sz="4000" dirty="0">
              <a:solidFill>
                <a:srgbClr val="98E596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88246B-8223-92C4-D36B-0A89A7F86D26}"/>
              </a:ext>
            </a:extLst>
          </p:cNvPr>
          <p:cNvSpPr txBox="1"/>
          <p:nvPr/>
        </p:nvSpPr>
        <p:spPr>
          <a:xfrm>
            <a:off x="1004567" y="1837185"/>
            <a:ext cx="83258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함수</a:t>
            </a:r>
            <a:endParaRPr lang="ko-KR" altLang="en-US" sz="4800" dirty="0">
              <a:solidFill>
                <a:srgbClr val="FF0000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9661A2-5B1C-C2C4-5A2B-0EEAB2450C8F}"/>
              </a:ext>
            </a:extLst>
          </p:cNvPr>
          <p:cNvSpPr txBox="1"/>
          <p:nvPr/>
        </p:nvSpPr>
        <p:spPr>
          <a:xfrm>
            <a:off x="1004567" y="5517877"/>
            <a:ext cx="74661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본 </a:t>
            </a:r>
            <a:r>
              <a:rPr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강의교안에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사용된 일부 그림의 저작권은 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우재남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과 </a:t>
            </a:r>
            <a:r>
              <a:rPr lang="ko-KR" altLang="en-US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한빛아카데미㈜</a:t>
            </a:r>
            <a:r>
              <a:rPr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에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있습니다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.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D6C5EB-B2C8-C582-854F-C5518D11D53B}"/>
              </a:ext>
            </a:extLst>
          </p:cNvPr>
          <p:cNvSpPr txBox="1"/>
          <p:nvPr/>
        </p:nvSpPr>
        <p:spPr>
          <a:xfrm>
            <a:off x="1004566" y="5850020"/>
            <a:ext cx="79923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본 자료에는 인터넷에서 다운받아 사용한 그림이나 수식들이 일부 있으니 학습 외 다른 용도로 사용하거나</a:t>
            </a: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외부로 유출을 금해주시기 바랍니다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. 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ECF293-E50F-4BB8-E340-461B2CB7356F}"/>
              </a:ext>
            </a:extLst>
          </p:cNvPr>
          <p:cNvSpPr txBox="1"/>
          <p:nvPr/>
        </p:nvSpPr>
        <p:spPr>
          <a:xfrm>
            <a:off x="1004566" y="2738695"/>
            <a:ext cx="3480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p.240 ~</a:t>
            </a:r>
            <a:endParaRPr lang="ko-KR" altLang="en-US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78934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2CD4D-2800-2A45-C3AD-0D5D3B329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잘린 대각선 방향 모서리 4">
            <a:extLst>
              <a:ext uri="{FF2B5EF4-FFF2-40B4-BE49-F238E27FC236}">
                <a16:creationId xmlns:a16="http://schemas.microsoft.com/office/drawing/2014/main" id="{A5912134-8679-68AA-E771-269B9683F5F7}"/>
              </a:ext>
            </a:extLst>
          </p:cNvPr>
          <p:cNvSpPr/>
          <p:nvPr/>
        </p:nvSpPr>
        <p:spPr>
          <a:xfrm>
            <a:off x="8990679" y="0"/>
            <a:ext cx="3201320" cy="2512381"/>
          </a:xfrm>
          <a:custGeom>
            <a:avLst/>
            <a:gdLst>
              <a:gd name="connsiteX0" fmla="*/ 0 w 7344792"/>
              <a:gd name="connsiteY0" fmla="*/ 0 h 6858000"/>
              <a:gd name="connsiteX1" fmla="*/ 4985503 w 7344792"/>
              <a:gd name="connsiteY1" fmla="*/ 0 h 6858000"/>
              <a:gd name="connsiteX2" fmla="*/ 7344792 w 7344792"/>
              <a:gd name="connsiteY2" fmla="*/ 2359289 h 6858000"/>
              <a:gd name="connsiteX3" fmla="*/ 7344792 w 7344792"/>
              <a:gd name="connsiteY3" fmla="*/ 6858000 h 6858000"/>
              <a:gd name="connsiteX4" fmla="*/ 7344792 w 7344792"/>
              <a:gd name="connsiteY4" fmla="*/ 6858000 h 6858000"/>
              <a:gd name="connsiteX5" fmla="*/ 2359289 w 7344792"/>
              <a:gd name="connsiteY5" fmla="*/ 6858000 h 6858000"/>
              <a:gd name="connsiteX6" fmla="*/ 0 w 7344792"/>
              <a:gd name="connsiteY6" fmla="*/ 4498711 h 6858000"/>
              <a:gd name="connsiteX7" fmla="*/ 0 w 7344792"/>
              <a:gd name="connsiteY7" fmla="*/ 0 h 6858000"/>
              <a:gd name="connsiteX0" fmla="*/ 0 w 7344792"/>
              <a:gd name="connsiteY0" fmla="*/ 0 h 6858000"/>
              <a:gd name="connsiteX1" fmla="*/ 4985503 w 7344792"/>
              <a:gd name="connsiteY1" fmla="*/ 0 h 6858000"/>
              <a:gd name="connsiteX2" fmla="*/ 7344792 w 7344792"/>
              <a:gd name="connsiteY2" fmla="*/ 2359289 h 6858000"/>
              <a:gd name="connsiteX3" fmla="*/ 7344792 w 7344792"/>
              <a:gd name="connsiteY3" fmla="*/ 6858000 h 6858000"/>
              <a:gd name="connsiteX4" fmla="*/ 7344792 w 7344792"/>
              <a:gd name="connsiteY4" fmla="*/ 6858000 h 6858000"/>
              <a:gd name="connsiteX5" fmla="*/ 2359289 w 7344792"/>
              <a:gd name="connsiteY5" fmla="*/ 6858000 h 6858000"/>
              <a:gd name="connsiteX6" fmla="*/ 1402672 w 7344792"/>
              <a:gd name="connsiteY6" fmla="*/ 5484132 h 6858000"/>
              <a:gd name="connsiteX7" fmla="*/ 0 w 7344792"/>
              <a:gd name="connsiteY7" fmla="*/ 0 h 6858000"/>
              <a:gd name="connsiteX0" fmla="*/ 0 w 7344792"/>
              <a:gd name="connsiteY0" fmla="*/ 0 h 6858000"/>
              <a:gd name="connsiteX1" fmla="*/ 4985503 w 7344792"/>
              <a:gd name="connsiteY1" fmla="*/ 0 h 6858000"/>
              <a:gd name="connsiteX2" fmla="*/ 7344792 w 7344792"/>
              <a:gd name="connsiteY2" fmla="*/ 2359289 h 6858000"/>
              <a:gd name="connsiteX3" fmla="*/ 7344792 w 7344792"/>
              <a:gd name="connsiteY3" fmla="*/ 6858000 h 6858000"/>
              <a:gd name="connsiteX4" fmla="*/ 7344792 w 7344792"/>
              <a:gd name="connsiteY4" fmla="*/ 6858000 h 6858000"/>
              <a:gd name="connsiteX5" fmla="*/ 5040345 w 7344792"/>
              <a:gd name="connsiteY5" fmla="*/ 6858000 h 6858000"/>
              <a:gd name="connsiteX6" fmla="*/ 1402672 w 7344792"/>
              <a:gd name="connsiteY6" fmla="*/ 5484132 h 6858000"/>
              <a:gd name="connsiteX7" fmla="*/ 0 w 7344792"/>
              <a:gd name="connsiteY7" fmla="*/ 0 h 6858000"/>
              <a:gd name="connsiteX0" fmla="*/ 0 w 7344792"/>
              <a:gd name="connsiteY0" fmla="*/ 0 h 6858000"/>
              <a:gd name="connsiteX1" fmla="*/ 4985503 w 7344792"/>
              <a:gd name="connsiteY1" fmla="*/ 0 h 6858000"/>
              <a:gd name="connsiteX2" fmla="*/ 7344792 w 7344792"/>
              <a:gd name="connsiteY2" fmla="*/ 2359289 h 6858000"/>
              <a:gd name="connsiteX3" fmla="*/ 7344792 w 7344792"/>
              <a:gd name="connsiteY3" fmla="*/ 6858000 h 6858000"/>
              <a:gd name="connsiteX4" fmla="*/ 7344792 w 7344792"/>
              <a:gd name="connsiteY4" fmla="*/ 6858000 h 6858000"/>
              <a:gd name="connsiteX5" fmla="*/ 5040345 w 7344792"/>
              <a:gd name="connsiteY5" fmla="*/ 6858000 h 6858000"/>
              <a:gd name="connsiteX6" fmla="*/ 3009530 w 7344792"/>
              <a:gd name="connsiteY6" fmla="*/ 4294525 h 6858000"/>
              <a:gd name="connsiteX7" fmla="*/ 0 w 7344792"/>
              <a:gd name="connsiteY7" fmla="*/ 0 h 6858000"/>
              <a:gd name="connsiteX0" fmla="*/ 0 w 7344792"/>
              <a:gd name="connsiteY0" fmla="*/ 0 h 6858000"/>
              <a:gd name="connsiteX1" fmla="*/ 4985503 w 7344792"/>
              <a:gd name="connsiteY1" fmla="*/ 0 h 6858000"/>
              <a:gd name="connsiteX2" fmla="*/ 7344792 w 7344792"/>
              <a:gd name="connsiteY2" fmla="*/ 2359289 h 6858000"/>
              <a:gd name="connsiteX3" fmla="*/ 7344792 w 7344792"/>
              <a:gd name="connsiteY3" fmla="*/ 6858000 h 6858000"/>
              <a:gd name="connsiteX4" fmla="*/ 7344792 w 7344792"/>
              <a:gd name="connsiteY4" fmla="*/ 6858000 h 6858000"/>
              <a:gd name="connsiteX5" fmla="*/ 5040345 w 7344792"/>
              <a:gd name="connsiteY5" fmla="*/ 6858000 h 6858000"/>
              <a:gd name="connsiteX6" fmla="*/ 2778710 w 7344792"/>
              <a:gd name="connsiteY6" fmla="*/ 3770742 h 6858000"/>
              <a:gd name="connsiteX7" fmla="*/ 0 w 7344792"/>
              <a:gd name="connsiteY7" fmla="*/ 0 h 6858000"/>
              <a:gd name="connsiteX0" fmla="*/ 0 w 7344792"/>
              <a:gd name="connsiteY0" fmla="*/ 0 h 6858000"/>
              <a:gd name="connsiteX1" fmla="*/ 5940600 w 7344792"/>
              <a:gd name="connsiteY1" fmla="*/ 0 h 6858000"/>
              <a:gd name="connsiteX2" fmla="*/ 7344792 w 7344792"/>
              <a:gd name="connsiteY2" fmla="*/ 2359289 h 6858000"/>
              <a:gd name="connsiteX3" fmla="*/ 7344792 w 7344792"/>
              <a:gd name="connsiteY3" fmla="*/ 6858000 h 6858000"/>
              <a:gd name="connsiteX4" fmla="*/ 7344792 w 7344792"/>
              <a:gd name="connsiteY4" fmla="*/ 6858000 h 6858000"/>
              <a:gd name="connsiteX5" fmla="*/ 5040345 w 7344792"/>
              <a:gd name="connsiteY5" fmla="*/ 6858000 h 6858000"/>
              <a:gd name="connsiteX6" fmla="*/ 2778710 w 7344792"/>
              <a:gd name="connsiteY6" fmla="*/ 3770742 h 6858000"/>
              <a:gd name="connsiteX7" fmla="*/ 0 w 7344792"/>
              <a:gd name="connsiteY7" fmla="*/ 0 h 6858000"/>
              <a:gd name="connsiteX0" fmla="*/ 0 w 7344792"/>
              <a:gd name="connsiteY0" fmla="*/ 0 h 6858000"/>
              <a:gd name="connsiteX1" fmla="*/ 5940600 w 7344792"/>
              <a:gd name="connsiteY1" fmla="*/ 0 h 6858000"/>
              <a:gd name="connsiteX2" fmla="*/ 7344792 w 7344792"/>
              <a:gd name="connsiteY2" fmla="*/ 1853261 h 6858000"/>
              <a:gd name="connsiteX3" fmla="*/ 7344792 w 7344792"/>
              <a:gd name="connsiteY3" fmla="*/ 6858000 h 6858000"/>
              <a:gd name="connsiteX4" fmla="*/ 7344792 w 7344792"/>
              <a:gd name="connsiteY4" fmla="*/ 6858000 h 6858000"/>
              <a:gd name="connsiteX5" fmla="*/ 5040345 w 7344792"/>
              <a:gd name="connsiteY5" fmla="*/ 6858000 h 6858000"/>
              <a:gd name="connsiteX6" fmla="*/ 2778710 w 7344792"/>
              <a:gd name="connsiteY6" fmla="*/ 3770742 h 6858000"/>
              <a:gd name="connsiteX7" fmla="*/ 0 w 7344792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44792" h="6858000">
                <a:moveTo>
                  <a:pt x="0" y="0"/>
                </a:moveTo>
                <a:lnTo>
                  <a:pt x="5940600" y="0"/>
                </a:lnTo>
                <a:lnTo>
                  <a:pt x="7344792" y="1853261"/>
                </a:lnTo>
                <a:lnTo>
                  <a:pt x="7344792" y="6858000"/>
                </a:lnTo>
                <a:lnTo>
                  <a:pt x="7344792" y="6858000"/>
                </a:lnTo>
                <a:lnTo>
                  <a:pt x="5040345" y="6858000"/>
                </a:lnTo>
                <a:lnTo>
                  <a:pt x="2778710" y="3770742"/>
                </a:lnTo>
                <a:lnTo>
                  <a:pt x="0" y="0"/>
                </a:lnTo>
                <a:close/>
              </a:path>
            </a:pathLst>
          </a:cu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평행 사변형 20">
            <a:extLst>
              <a:ext uri="{FF2B5EF4-FFF2-40B4-BE49-F238E27FC236}">
                <a16:creationId xmlns:a16="http://schemas.microsoft.com/office/drawing/2014/main" id="{53A3263D-2CF0-758B-1126-F278913E67A7}"/>
              </a:ext>
            </a:extLst>
          </p:cNvPr>
          <p:cNvSpPr/>
          <p:nvPr/>
        </p:nvSpPr>
        <p:spPr>
          <a:xfrm flipH="1">
            <a:off x="8504807" y="0"/>
            <a:ext cx="1207363" cy="1038687"/>
          </a:xfrm>
          <a:prstGeom prst="parallelogram">
            <a:avLst>
              <a:gd name="adj" fmla="val 92486"/>
            </a:avLst>
          </a:prstGeom>
          <a:solidFill>
            <a:srgbClr val="B5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평행 사변형 21">
            <a:extLst>
              <a:ext uri="{FF2B5EF4-FFF2-40B4-BE49-F238E27FC236}">
                <a16:creationId xmlns:a16="http://schemas.microsoft.com/office/drawing/2014/main" id="{DF1A4ABC-0C82-591E-2417-156EF0768D98}"/>
              </a:ext>
            </a:extLst>
          </p:cNvPr>
          <p:cNvSpPr/>
          <p:nvPr/>
        </p:nvSpPr>
        <p:spPr>
          <a:xfrm flipH="1">
            <a:off x="550416" y="4012707"/>
            <a:ext cx="2900778" cy="2852952"/>
          </a:xfrm>
          <a:prstGeom prst="parallelogram">
            <a:avLst>
              <a:gd name="adj" fmla="val 92486"/>
            </a:avLst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각 삼각형 23">
            <a:extLst>
              <a:ext uri="{FF2B5EF4-FFF2-40B4-BE49-F238E27FC236}">
                <a16:creationId xmlns:a16="http://schemas.microsoft.com/office/drawing/2014/main" id="{D3133128-3891-8349-9323-7573AFE6F2E9}"/>
              </a:ext>
            </a:extLst>
          </p:cNvPr>
          <p:cNvSpPr/>
          <p:nvPr/>
        </p:nvSpPr>
        <p:spPr>
          <a:xfrm>
            <a:off x="1" y="3598215"/>
            <a:ext cx="2974018" cy="3259785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각 삼각형 24">
            <a:extLst>
              <a:ext uri="{FF2B5EF4-FFF2-40B4-BE49-F238E27FC236}">
                <a16:creationId xmlns:a16="http://schemas.microsoft.com/office/drawing/2014/main" id="{E82594B4-F3D0-0885-3B7A-4ECC22640BA2}"/>
              </a:ext>
            </a:extLst>
          </p:cNvPr>
          <p:cNvSpPr/>
          <p:nvPr/>
        </p:nvSpPr>
        <p:spPr>
          <a:xfrm>
            <a:off x="-1" y="6077527"/>
            <a:ext cx="760522" cy="780473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다이아몬드 25">
            <a:extLst>
              <a:ext uri="{FF2B5EF4-FFF2-40B4-BE49-F238E27FC236}">
                <a16:creationId xmlns:a16="http://schemas.microsoft.com/office/drawing/2014/main" id="{E72107FC-F6C7-7652-037E-93A22F3B909E}"/>
              </a:ext>
            </a:extLst>
          </p:cNvPr>
          <p:cNvSpPr/>
          <p:nvPr/>
        </p:nvSpPr>
        <p:spPr>
          <a:xfrm>
            <a:off x="949036" y="1172860"/>
            <a:ext cx="1271258" cy="1271258"/>
          </a:xfrm>
          <a:prstGeom prst="diamond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다이아몬드 26">
            <a:extLst>
              <a:ext uri="{FF2B5EF4-FFF2-40B4-BE49-F238E27FC236}">
                <a16:creationId xmlns:a16="http://schemas.microsoft.com/office/drawing/2014/main" id="{10FB7C8C-F575-B175-99F0-CEC53DF753A6}"/>
              </a:ext>
            </a:extLst>
          </p:cNvPr>
          <p:cNvSpPr/>
          <p:nvPr/>
        </p:nvSpPr>
        <p:spPr>
          <a:xfrm>
            <a:off x="1584665" y="1171641"/>
            <a:ext cx="650848" cy="650848"/>
          </a:xfrm>
          <a:prstGeom prst="diamond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6191E6-5392-18F3-ADC1-03333944E6E4}"/>
              </a:ext>
            </a:extLst>
          </p:cNvPr>
          <p:cNvSpPr txBox="1"/>
          <p:nvPr/>
        </p:nvSpPr>
        <p:spPr>
          <a:xfrm>
            <a:off x="1910089" y="1142909"/>
            <a:ext cx="37272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solidFill>
                  <a:srgbClr val="51B8B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CONTENTS</a:t>
            </a:r>
            <a:endParaRPr lang="ko-KR" altLang="en-US" sz="4000" dirty="0">
              <a:solidFill>
                <a:srgbClr val="51B8B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6" name="다이아몬드 5">
            <a:extLst>
              <a:ext uri="{FF2B5EF4-FFF2-40B4-BE49-F238E27FC236}">
                <a16:creationId xmlns:a16="http://schemas.microsoft.com/office/drawing/2014/main" id="{1BA3B8D3-C39D-DC66-A063-01A3AA4BF2AC}"/>
              </a:ext>
            </a:extLst>
          </p:cNvPr>
          <p:cNvSpPr/>
          <p:nvPr/>
        </p:nvSpPr>
        <p:spPr>
          <a:xfrm>
            <a:off x="2000279" y="2586988"/>
            <a:ext cx="271622" cy="271622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각 삼각형 3">
            <a:extLst>
              <a:ext uri="{FF2B5EF4-FFF2-40B4-BE49-F238E27FC236}">
                <a16:creationId xmlns:a16="http://schemas.microsoft.com/office/drawing/2014/main" id="{EB331082-ED62-41E0-0526-ED86E534AEE4}"/>
              </a:ext>
            </a:extLst>
          </p:cNvPr>
          <p:cNvSpPr/>
          <p:nvPr/>
        </p:nvSpPr>
        <p:spPr>
          <a:xfrm flipH="1">
            <a:off x="5415378" y="0"/>
            <a:ext cx="6776621" cy="6858000"/>
          </a:xfrm>
          <a:prstGeom prst="rtTriangl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88F318-C09E-8D9F-7DE9-4C87E36CC7E0}"/>
              </a:ext>
            </a:extLst>
          </p:cNvPr>
          <p:cNvSpPr txBox="1"/>
          <p:nvPr/>
        </p:nvSpPr>
        <p:spPr>
          <a:xfrm>
            <a:off x="2271901" y="2487771"/>
            <a:ext cx="3986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51B8B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함수 이해하기</a:t>
            </a:r>
          </a:p>
        </p:txBody>
      </p:sp>
      <p:sp>
        <p:nvSpPr>
          <p:cNvPr id="8" name="다이아몬드 7">
            <a:extLst>
              <a:ext uri="{FF2B5EF4-FFF2-40B4-BE49-F238E27FC236}">
                <a16:creationId xmlns:a16="http://schemas.microsoft.com/office/drawing/2014/main" id="{EB0E6E9E-1377-C47C-4DC5-3F68055621DB}"/>
              </a:ext>
            </a:extLst>
          </p:cNvPr>
          <p:cNvSpPr/>
          <p:nvPr/>
        </p:nvSpPr>
        <p:spPr>
          <a:xfrm>
            <a:off x="2000279" y="3139479"/>
            <a:ext cx="271622" cy="271622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B8CE82-E9F8-4FCC-27EB-0F3A9073B932}"/>
              </a:ext>
            </a:extLst>
          </p:cNvPr>
          <p:cNvSpPr txBox="1"/>
          <p:nvPr/>
        </p:nvSpPr>
        <p:spPr>
          <a:xfrm>
            <a:off x="2280779" y="3053864"/>
            <a:ext cx="3986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51B8B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함수 활용</a:t>
            </a:r>
          </a:p>
        </p:txBody>
      </p:sp>
      <p:sp>
        <p:nvSpPr>
          <p:cNvPr id="3" name="다이아몬드 2">
            <a:extLst>
              <a:ext uri="{FF2B5EF4-FFF2-40B4-BE49-F238E27FC236}">
                <a16:creationId xmlns:a16="http://schemas.microsoft.com/office/drawing/2014/main" id="{7D754AD6-A77B-2D4F-6B32-071E0051ECCA}"/>
              </a:ext>
            </a:extLst>
          </p:cNvPr>
          <p:cNvSpPr/>
          <p:nvPr/>
        </p:nvSpPr>
        <p:spPr>
          <a:xfrm>
            <a:off x="2019108" y="3705572"/>
            <a:ext cx="271622" cy="271622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E0A7BA-FD69-C3DB-41C4-75DEBEE2E286}"/>
              </a:ext>
            </a:extLst>
          </p:cNvPr>
          <p:cNvSpPr txBox="1"/>
          <p:nvPr/>
        </p:nvSpPr>
        <p:spPr>
          <a:xfrm>
            <a:off x="2299608" y="3619957"/>
            <a:ext cx="3986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51B8B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지역변수와 전역변수</a:t>
            </a:r>
          </a:p>
        </p:txBody>
      </p:sp>
    </p:spTree>
    <p:extLst>
      <p:ext uri="{BB962C8B-B14F-4D97-AF65-F5344CB8AC3E}">
        <p14:creationId xmlns:p14="http://schemas.microsoft.com/office/powerpoint/2010/main" val="763837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D8967-33E3-2CFC-52E3-C8A02F1AB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각 삼각형 24">
            <a:extLst>
              <a:ext uri="{FF2B5EF4-FFF2-40B4-BE49-F238E27FC236}">
                <a16:creationId xmlns:a16="http://schemas.microsoft.com/office/drawing/2014/main" id="{AECDD8F4-2DFE-B3CE-58FD-E5061DD8DFA2}"/>
              </a:ext>
            </a:extLst>
          </p:cNvPr>
          <p:cNvSpPr/>
          <p:nvPr/>
        </p:nvSpPr>
        <p:spPr>
          <a:xfrm>
            <a:off x="-1" y="6077527"/>
            <a:ext cx="760522" cy="780473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4045462-7318-E981-7AE1-9CEF54262349}"/>
              </a:ext>
            </a:extLst>
          </p:cNvPr>
          <p:cNvSpPr/>
          <p:nvPr/>
        </p:nvSpPr>
        <p:spPr>
          <a:xfrm>
            <a:off x="391357" y="210845"/>
            <a:ext cx="11409286" cy="6436310"/>
          </a:xfrm>
          <a:prstGeom prst="roundRect">
            <a:avLst>
              <a:gd name="adj" fmla="val 10046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2917A2C-1CCA-091D-443A-C45921ADD6D1}"/>
              </a:ext>
            </a:extLst>
          </p:cNvPr>
          <p:cNvSpPr/>
          <p:nvPr/>
        </p:nvSpPr>
        <p:spPr>
          <a:xfrm>
            <a:off x="537839" y="326254"/>
            <a:ext cx="11116322" cy="6205491"/>
          </a:xfrm>
          <a:prstGeom prst="roundRect">
            <a:avLst>
              <a:gd name="adj" fmla="val 91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8E4818-5B25-1145-7DDA-9C3BBC9A327F}"/>
              </a:ext>
            </a:extLst>
          </p:cNvPr>
          <p:cNvSpPr txBox="1"/>
          <p:nvPr/>
        </p:nvSpPr>
        <p:spPr>
          <a:xfrm>
            <a:off x="4001565" y="2305614"/>
            <a:ext cx="41888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solidFill>
                  <a:schemeClr val="accent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01</a:t>
            </a:r>
            <a:endParaRPr lang="ko-KR" altLang="en-US" sz="4000" dirty="0">
              <a:solidFill>
                <a:schemeClr val="accent2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87006D-8390-3593-1A71-13EAFF530AC6}"/>
              </a:ext>
            </a:extLst>
          </p:cNvPr>
          <p:cNvSpPr txBox="1"/>
          <p:nvPr/>
        </p:nvSpPr>
        <p:spPr>
          <a:xfrm>
            <a:off x="2607771" y="3013500"/>
            <a:ext cx="69764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8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함수 이해하기</a:t>
            </a:r>
          </a:p>
        </p:txBody>
      </p:sp>
    </p:spTree>
    <p:extLst>
      <p:ext uri="{BB962C8B-B14F-4D97-AF65-F5344CB8AC3E}">
        <p14:creationId xmlns:p14="http://schemas.microsoft.com/office/powerpoint/2010/main" val="69937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15B85-2171-A446-530C-941BB0749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각 삼각형 16">
            <a:extLst>
              <a:ext uri="{FF2B5EF4-FFF2-40B4-BE49-F238E27FC236}">
                <a16:creationId xmlns:a16="http://schemas.microsoft.com/office/drawing/2014/main" id="{14941CEA-4605-77B1-390F-01FEAD0C691B}"/>
              </a:ext>
            </a:extLst>
          </p:cNvPr>
          <p:cNvSpPr/>
          <p:nvPr/>
        </p:nvSpPr>
        <p:spPr>
          <a:xfrm flipH="1">
            <a:off x="10626570" y="5335480"/>
            <a:ext cx="1565429" cy="1522520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6BBC9F1D-5486-9F2D-935A-826BAE7AAA1D}"/>
              </a:ext>
            </a:extLst>
          </p:cNvPr>
          <p:cNvSpPr/>
          <p:nvPr/>
        </p:nvSpPr>
        <p:spPr>
          <a:xfrm>
            <a:off x="346229" y="0"/>
            <a:ext cx="11274641" cy="754603"/>
          </a:xfrm>
          <a:prstGeom prst="parallelogram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각 삼각형 12">
            <a:extLst>
              <a:ext uri="{FF2B5EF4-FFF2-40B4-BE49-F238E27FC236}">
                <a16:creationId xmlns:a16="http://schemas.microsoft.com/office/drawing/2014/main" id="{94A63B1B-F07F-E6AF-BDED-ED6050F5571B}"/>
              </a:ext>
            </a:extLst>
          </p:cNvPr>
          <p:cNvSpPr/>
          <p:nvPr/>
        </p:nvSpPr>
        <p:spPr>
          <a:xfrm flipV="1">
            <a:off x="11425560" y="-1"/>
            <a:ext cx="766439" cy="754603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다이아몬드 13">
            <a:extLst>
              <a:ext uri="{FF2B5EF4-FFF2-40B4-BE49-F238E27FC236}">
                <a16:creationId xmlns:a16="http://schemas.microsoft.com/office/drawing/2014/main" id="{3F7BEDBB-DA41-2E0B-75EE-B656F3C56565}"/>
              </a:ext>
            </a:extLst>
          </p:cNvPr>
          <p:cNvSpPr/>
          <p:nvPr/>
        </p:nvSpPr>
        <p:spPr>
          <a:xfrm>
            <a:off x="11260115" y="586896"/>
            <a:ext cx="425805" cy="425805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4D1B70-381D-8084-CD01-20B8F27D22DA}"/>
              </a:ext>
            </a:extLst>
          </p:cNvPr>
          <p:cNvSpPr/>
          <p:nvPr/>
        </p:nvSpPr>
        <p:spPr>
          <a:xfrm>
            <a:off x="0" y="0"/>
            <a:ext cx="1420427" cy="1030457"/>
          </a:xfrm>
          <a:custGeom>
            <a:avLst/>
            <a:gdLst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1420427 w 1420427"/>
              <a:gd name="connsiteY2" fmla="*/ 1029810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452761 w 1420427"/>
              <a:gd name="connsiteY2" fmla="*/ 1020932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30457"/>
              <a:gd name="connsiteX1" fmla="*/ 1420427 w 1420427"/>
              <a:gd name="connsiteY1" fmla="*/ 0 h 1030457"/>
              <a:gd name="connsiteX2" fmla="*/ 445618 w 1420427"/>
              <a:gd name="connsiteY2" fmla="*/ 1030457 h 1030457"/>
              <a:gd name="connsiteX3" fmla="*/ 0 w 1420427"/>
              <a:gd name="connsiteY3" fmla="*/ 1029810 h 1030457"/>
              <a:gd name="connsiteX4" fmla="*/ 0 w 1420427"/>
              <a:gd name="connsiteY4" fmla="*/ 0 h 1030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0427" h="1030457">
                <a:moveTo>
                  <a:pt x="0" y="0"/>
                </a:moveTo>
                <a:lnTo>
                  <a:pt x="1420427" y="0"/>
                </a:lnTo>
                <a:lnTo>
                  <a:pt x="445618" y="1030457"/>
                </a:lnTo>
                <a:lnTo>
                  <a:pt x="0" y="1029810"/>
                </a:lnTo>
                <a:lnTo>
                  <a:pt x="0" y="0"/>
                </a:lnTo>
                <a:close/>
              </a:path>
            </a:pathLst>
          </a:cu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각 삼각형 14">
            <a:extLst>
              <a:ext uri="{FF2B5EF4-FFF2-40B4-BE49-F238E27FC236}">
                <a16:creationId xmlns:a16="http://schemas.microsoft.com/office/drawing/2014/main" id="{3877F0B9-2CA9-A2DC-471C-7431823895CD}"/>
              </a:ext>
            </a:extLst>
          </p:cNvPr>
          <p:cNvSpPr/>
          <p:nvPr/>
        </p:nvSpPr>
        <p:spPr>
          <a:xfrm flipV="1">
            <a:off x="0" y="-1"/>
            <a:ext cx="281179" cy="27520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432B5956-A1D8-1308-6194-63657D78138E}"/>
              </a:ext>
            </a:extLst>
          </p:cNvPr>
          <p:cNvSpPr/>
          <p:nvPr/>
        </p:nvSpPr>
        <p:spPr>
          <a:xfrm flipH="1">
            <a:off x="11721914" y="6400800"/>
            <a:ext cx="470085" cy="4572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평행 사변형 17">
            <a:extLst>
              <a:ext uri="{FF2B5EF4-FFF2-40B4-BE49-F238E27FC236}">
                <a16:creationId xmlns:a16="http://schemas.microsoft.com/office/drawing/2014/main" id="{D31745C8-7B33-13DC-6197-EC56DA744D46}"/>
              </a:ext>
            </a:extLst>
          </p:cNvPr>
          <p:cNvSpPr/>
          <p:nvPr/>
        </p:nvSpPr>
        <p:spPr>
          <a:xfrm>
            <a:off x="10347974" y="5708342"/>
            <a:ext cx="1299530" cy="1149658"/>
          </a:xfrm>
          <a:prstGeom prst="parallelogram">
            <a:avLst>
              <a:gd name="adj" fmla="val 99132"/>
            </a:avLst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평행 사변형 18">
            <a:extLst>
              <a:ext uri="{FF2B5EF4-FFF2-40B4-BE49-F238E27FC236}">
                <a16:creationId xmlns:a16="http://schemas.microsoft.com/office/drawing/2014/main" id="{10AC0F08-F927-2485-1AE6-C06939539101}"/>
              </a:ext>
            </a:extLst>
          </p:cNvPr>
          <p:cNvSpPr/>
          <p:nvPr/>
        </p:nvSpPr>
        <p:spPr>
          <a:xfrm>
            <a:off x="1065320" y="0"/>
            <a:ext cx="586410" cy="443883"/>
          </a:xfrm>
          <a:prstGeom prst="parallelogram">
            <a:avLst>
              <a:gd name="adj" fmla="val 99132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평행 사변형 19">
            <a:extLst>
              <a:ext uri="{FF2B5EF4-FFF2-40B4-BE49-F238E27FC236}">
                <a16:creationId xmlns:a16="http://schemas.microsoft.com/office/drawing/2014/main" id="{764AEAB0-1345-C980-11C1-8BAC311661EE}"/>
              </a:ext>
            </a:extLst>
          </p:cNvPr>
          <p:cNvSpPr/>
          <p:nvPr/>
        </p:nvSpPr>
        <p:spPr>
          <a:xfrm>
            <a:off x="1" y="644788"/>
            <a:ext cx="489410" cy="488687"/>
          </a:xfrm>
          <a:custGeom>
            <a:avLst/>
            <a:gdLst>
              <a:gd name="connsiteX0" fmla="*/ 0 w 613235"/>
              <a:gd name="connsiteY0" fmla="*/ 488687 h 488687"/>
              <a:gd name="connsiteX1" fmla="*/ 484445 w 613235"/>
              <a:gd name="connsiteY1" fmla="*/ 0 h 488687"/>
              <a:gd name="connsiteX2" fmla="*/ 613235 w 613235"/>
              <a:gd name="connsiteY2" fmla="*/ 0 h 488687"/>
              <a:gd name="connsiteX3" fmla="*/ 128790 w 613235"/>
              <a:gd name="connsiteY3" fmla="*/ 488687 h 488687"/>
              <a:gd name="connsiteX4" fmla="*/ 0 w 613235"/>
              <a:gd name="connsiteY4" fmla="*/ 488687 h 488687"/>
              <a:gd name="connsiteX0" fmla="*/ 0 w 487029"/>
              <a:gd name="connsiteY0" fmla="*/ 360100 h 488687"/>
              <a:gd name="connsiteX1" fmla="*/ 358239 w 487029"/>
              <a:gd name="connsiteY1" fmla="*/ 0 h 488687"/>
              <a:gd name="connsiteX2" fmla="*/ 487029 w 487029"/>
              <a:gd name="connsiteY2" fmla="*/ 0 h 488687"/>
              <a:gd name="connsiteX3" fmla="*/ 2584 w 487029"/>
              <a:gd name="connsiteY3" fmla="*/ 488687 h 488687"/>
              <a:gd name="connsiteX4" fmla="*/ 0 w 487029"/>
              <a:gd name="connsiteY4" fmla="*/ 360100 h 488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029" h="488687">
                <a:moveTo>
                  <a:pt x="0" y="360100"/>
                </a:moveTo>
                <a:lnTo>
                  <a:pt x="358239" y="0"/>
                </a:lnTo>
                <a:lnTo>
                  <a:pt x="487029" y="0"/>
                </a:lnTo>
                <a:lnTo>
                  <a:pt x="2584" y="488687"/>
                </a:lnTo>
                <a:cubicBezTo>
                  <a:pt x="1723" y="445825"/>
                  <a:pt x="861" y="402962"/>
                  <a:pt x="0" y="360100"/>
                </a:cubicBezTo>
                <a:close/>
              </a:path>
            </a:pathLst>
          </a:custGeom>
          <a:solidFill>
            <a:srgbClr val="B7EA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458654-8338-2AC6-3FE0-A7B021624F0E}"/>
              </a:ext>
            </a:extLst>
          </p:cNvPr>
          <p:cNvSpPr txBox="1"/>
          <p:nvPr/>
        </p:nvSpPr>
        <p:spPr>
          <a:xfrm>
            <a:off x="0" y="137603"/>
            <a:ext cx="9433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01</a:t>
            </a:r>
            <a:endParaRPr lang="ko-KR" altLang="en-US" sz="32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0B97E5-7E14-D2BC-EA6E-E92B7C330AB3}"/>
              </a:ext>
            </a:extLst>
          </p:cNvPr>
          <p:cNvSpPr txBox="1"/>
          <p:nvPr/>
        </p:nvSpPr>
        <p:spPr>
          <a:xfrm>
            <a:off x="1420427" y="142041"/>
            <a:ext cx="45341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사용자 정의 함수</a:t>
            </a:r>
          </a:p>
        </p:txBody>
      </p:sp>
      <p:sp>
        <p:nvSpPr>
          <p:cNvPr id="4" name="다이아몬드 3">
            <a:extLst>
              <a:ext uri="{FF2B5EF4-FFF2-40B4-BE49-F238E27FC236}">
                <a16:creationId xmlns:a16="http://schemas.microsoft.com/office/drawing/2014/main" id="{81D51013-CBC1-0BC2-83F5-84F432F17872}"/>
              </a:ext>
            </a:extLst>
          </p:cNvPr>
          <p:cNvSpPr/>
          <p:nvPr/>
        </p:nvSpPr>
        <p:spPr>
          <a:xfrm>
            <a:off x="574027" y="1249399"/>
            <a:ext cx="369331" cy="369331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79A7C1-47E0-308E-3BC5-0B52F0EDEF8E}"/>
              </a:ext>
            </a:extLst>
          </p:cNvPr>
          <p:cNvSpPr txBox="1"/>
          <p:nvPr/>
        </p:nvSpPr>
        <p:spPr>
          <a:xfrm>
            <a:off x="943358" y="1141676"/>
            <a:ext cx="62209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반환</a:t>
            </a:r>
            <a:r>
              <a:rPr lang="en-US" altLang="ko-KR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(return) </a:t>
            </a:r>
            <a:r>
              <a:rPr lang="ko-KR" altLang="en-US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값이 있는 함수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D468F39-B29A-EAD9-4A5C-A454421FE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06" y="6522064"/>
            <a:ext cx="1299531" cy="214672"/>
          </a:xfrm>
          <a:prstGeom prst="rect">
            <a:avLst/>
          </a:prstGeom>
        </p:spPr>
      </p:pic>
      <p:sp>
        <p:nvSpPr>
          <p:cNvPr id="8" name="모서리가 둥근 직사각형 3">
            <a:extLst>
              <a:ext uri="{FF2B5EF4-FFF2-40B4-BE49-F238E27FC236}">
                <a16:creationId xmlns:a16="http://schemas.microsoft.com/office/drawing/2014/main" id="{2107E7B0-6E2B-B241-16DB-22A515A060EB}"/>
              </a:ext>
            </a:extLst>
          </p:cNvPr>
          <p:cNvSpPr/>
          <p:nvPr/>
        </p:nvSpPr>
        <p:spPr>
          <a:xfrm>
            <a:off x="1651731" y="2122996"/>
            <a:ext cx="8886064" cy="3585345"/>
          </a:xfrm>
          <a:prstGeom prst="roundRect">
            <a:avLst>
              <a:gd name="adj" fmla="val 9910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3600" dirty="0">
                <a:solidFill>
                  <a:srgbClr val="2249FB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</a:rPr>
              <a:t>def</a:t>
            </a:r>
            <a:r>
              <a:rPr lang="en-US" altLang="ko-KR" sz="36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3600" dirty="0" err="1">
                <a:solidFill>
                  <a:srgbClr val="796337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add_num</a:t>
            </a:r>
            <a:r>
              <a:rPr lang="en-US" altLang="ko-KR" sz="3600" dirty="0">
                <a:solidFill>
                  <a:srgbClr val="2249FB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36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a, b</a:t>
            </a:r>
            <a:r>
              <a:rPr lang="en-US" altLang="ko-KR" sz="3600" dirty="0">
                <a:solidFill>
                  <a:srgbClr val="2249FB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r>
              <a:rPr lang="en-US" altLang="ko-KR" sz="3600" dirty="0">
                <a:solidFill>
                  <a:schemeClr val="tx1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</a:rPr>
              <a:t>:</a:t>
            </a:r>
          </a:p>
          <a:p>
            <a:r>
              <a:rPr lang="en-US" altLang="ko-KR" sz="36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  </a:t>
            </a:r>
            <a:r>
              <a:rPr lang="en-US" altLang="ko-KR" sz="3600" dirty="0">
                <a:solidFill>
                  <a:srgbClr val="7030A0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</a:rPr>
              <a:t>return</a:t>
            </a:r>
            <a:r>
              <a:rPr lang="en-US" altLang="ko-KR" sz="36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36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a+b</a:t>
            </a:r>
            <a:endParaRPr lang="en-US" altLang="ko-KR" sz="36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endParaRPr lang="en-US" altLang="ko-KR" sz="36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r>
              <a:rPr lang="en-US" altLang="ko-KR" sz="3600" dirty="0">
                <a:solidFill>
                  <a:srgbClr val="796337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</a:t>
            </a:r>
            <a:r>
              <a:rPr lang="en-US" altLang="ko-KR" sz="3600" dirty="0">
                <a:solidFill>
                  <a:srgbClr val="2249FB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36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add_num</a:t>
            </a:r>
            <a:r>
              <a:rPr lang="en-US" altLang="ko-KR" sz="3600" dirty="0">
                <a:solidFill>
                  <a:srgbClr val="00B05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3600" dirty="0">
                <a:solidFill>
                  <a:srgbClr val="08603D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1</a:t>
            </a:r>
            <a:r>
              <a:rPr lang="en-US" altLang="ko-KR" sz="36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, </a:t>
            </a:r>
            <a:r>
              <a:rPr lang="en-US" altLang="ko-KR" sz="3600" dirty="0">
                <a:solidFill>
                  <a:srgbClr val="08603D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2</a:t>
            </a:r>
            <a:r>
              <a:rPr lang="en-US" altLang="ko-KR" sz="3600" dirty="0">
                <a:solidFill>
                  <a:srgbClr val="00B05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r>
              <a:rPr lang="en-US" altLang="ko-KR" sz="3600" dirty="0">
                <a:solidFill>
                  <a:srgbClr val="2249FB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endParaRPr lang="it-IT" altLang="ko-KR" sz="3600" dirty="0">
              <a:solidFill>
                <a:srgbClr val="2249FB"/>
              </a:solidFill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45355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60758-F4C4-6188-4380-3FF862A9D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각 삼각형 16">
            <a:extLst>
              <a:ext uri="{FF2B5EF4-FFF2-40B4-BE49-F238E27FC236}">
                <a16:creationId xmlns:a16="http://schemas.microsoft.com/office/drawing/2014/main" id="{623B269C-E356-4725-11A1-D0D31EB7A451}"/>
              </a:ext>
            </a:extLst>
          </p:cNvPr>
          <p:cNvSpPr/>
          <p:nvPr/>
        </p:nvSpPr>
        <p:spPr>
          <a:xfrm flipH="1">
            <a:off x="10626570" y="5335480"/>
            <a:ext cx="1565429" cy="1522520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E780948A-943F-2B72-A00B-517AA86E3775}"/>
              </a:ext>
            </a:extLst>
          </p:cNvPr>
          <p:cNvSpPr/>
          <p:nvPr/>
        </p:nvSpPr>
        <p:spPr>
          <a:xfrm>
            <a:off x="346229" y="0"/>
            <a:ext cx="11274641" cy="754603"/>
          </a:xfrm>
          <a:prstGeom prst="parallelogram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각 삼각형 12">
            <a:extLst>
              <a:ext uri="{FF2B5EF4-FFF2-40B4-BE49-F238E27FC236}">
                <a16:creationId xmlns:a16="http://schemas.microsoft.com/office/drawing/2014/main" id="{E6DD763F-3937-E1DA-2F40-134C166A62DE}"/>
              </a:ext>
            </a:extLst>
          </p:cNvPr>
          <p:cNvSpPr/>
          <p:nvPr/>
        </p:nvSpPr>
        <p:spPr>
          <a:xfrm flipV="1">
            <a:off x="11425560" y="-1"/>
            <a:ext cx="766439" cy="754603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다이아몬드 13">
            <a:extLst>
              <a:ext uri="{FF2B5EF4-FFF2-40B4-BE49-F238E27FC236}">
                <a16:creationId xmlns:a16="http://schemas.microsoft.com/office/drawing/2014/main" id="{87DC1194-6F6C-AF00-1EB3-92645EF216D1}"/>
              </a:ext>
            </a:extLst>
          </p:cNvPr>
          <p:cNvSpPr/>
          <p:nvPr/>
        </p:nvSpPr>
        <p:spPr>
          <a:xfrm>
            <a:off x="11260115" y="586896"/>
            <a:ext cx="425805" cy="425805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30205E3-8B6F-34F2-07A3-D92A52F7ABA1}"/>
              </a:ext>
            </a:extLst>
          </p:cNvPr>
          <p:cNvSpPr/>
          <p:nvPr/>
        </p:nvSpPr>
        <p:spPr>
          <a:xfrm>
            <a:off x="0" y="0"/>
            <a:ext cx="1420427" cy="1030457"/>
          </a:xfrm>
          <a:custGeom>
            <a:avLst/>
            <a:gdLst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1420427 w 1420427"/>
              <a:gd name="connsiteY2" fmla="*/ 1029810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452761 w 1420427"/>
              <a:gd name="connsiteY2" fmla="*/ 1020932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30457"/>
              <a:gd name="connsiteX1" fmla="*/ 1420427 w 1420427"/>
              <a:gd name="connsiteY1" fmla="*/ 0 h 1030457"/>
              <a:gd name="connsiteX2" fmla="*/ 445618 w 1420427"/>
              <a:gd name="connsiteY2" fmla="*/ 1030457 h 1030457"/>
              <a:gd name="connsiteX3" fmla="*/ 0 w 1420427"/>
              <a:gd name="connsiteY3" fmla="*/ 1029810 h 1030457"/>
              <a:gd name="connsiteX4" fmla="*/ 0 w 1420427"/>
              <a:gd name="connsiteY4" fmla="*/ 0 h 1030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0427" h="1030457">
                <a:moveTo>
                  <a:pt x="0" y="0"/>
                </a:moveTo>
                <a:lnTo>
                  <a:pt x="1420427" y="0"/>
                </a:lnTo>
                <a:lnTo>
                  <a:pt x="445618" y="1030457"/>
                </a:lnTo>
                <a:lnTo>
                  <a:pt x="0" y="1029810"/>
                </a:lnTo>
                <a:lnTo>
                  <a:pt x="0" y="0"/>
                </a:lnTo>
                <a:close/>
              </a:path>
            </a:pathLst>
          </a:cu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각 삼각형 14">
            <a:extLst>
              <a:ext uri="{FF2B5EF4-FFF2-40B4-BE49-F238E27FC236}">
                <a16:creationId xmlns:a16="http://schemas.microsoft.com/office/drawing/2014/main" id="{C12D52E6-EEDC-B627-3460-FBB6ABE69BDD}"/>
              </a:ext>
            </a:extLst>
          </p:cNvPr>
          <p:cNvSpPr/>
          <p:nvPr/>
        </p:nvSpPr>
        <p:spPr>
          <a:xfrm flipV="1">
            <a:off x="0" y="-1"/>
            <a:ext cx="281179" cy="27520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51DD870E-3BCB-F00A-A9A3-88C096FFCA2E}"/>
              </a:ext>
            </a:extLst>
          </p:cNvPr>
          <p:cNvSpPr/>
          <p:nvPr/>
        </p:nvSpPr>
        <p:spPr>
          <a:xfrm flipH="1">
            <a:off x="11721914" y="6400800"/>
            <a:ext cx="470085" cy="4572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평행 사변형 17">
            <a:extLst>
              <a:ext uri="{FF2B5EF4-FFF2-40B4-BE49-F238E27FC236}">
                <a16:creationId xmlns:a16="http://schemas.microsoft.com/office/drawing/2014/main" id="{B3EF1DC2-6341-1CDE-3B63-EAA574929D6E}"/>
              </a:ext>
            </a:extLst>
          </p:cNvPr>
          <p:cNvSpPr/>
          <p:nvPr/>
        </p:nvSpPr>
        <p:spPr>
          <a:xfrm>
            <a:off x="10347974" y="5708342"/>
            <a:ext cx="1299530" cy="1149658"/>
          </a:xfrm>
          <a:prstGeom prst="parallelogram">
            <a:avLst>
              <a:gd name="adj" fmla="val 99132"/>
            </a:avLst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평행 사변형 18">
            <a:extLst>
              <a:ext uri="{FF2B5EF4-FFF2-40B4-BE49-F238E27FC236}">
                <a16:creationId xmlns:a16="http://schemas.microsoft.com/office/drawing/2014/main" id="{5CB46F94-32CD-6FFA-4BD6-5E95DB559562}"/>
              </a:ext>
            </a:extLst>
          </p:cNvPr>
          <p:cNvSpPr/>
          <p:nvPr/>
        </p:nvSpPr>
        <p:spPr>
          <a:xfrm>
            <a:off x="1065320" y="0"/>
            <a:ext cx="586410" cy="443883"/>
          </a:xfrm>
          <a:prstGeom prst="parallelogram">
            <a:avLst>
              <a:gd name="adj" fmla="val 99132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평행 사변형 19">
            <a:extLst>
              <a:ext uri="{FF2B5EF4-FFF2-40B4-BE49-F238E27FC236}">
                <a16:creationId xmlns:a16="http://schemas.microsoft.com/office/drawing/2014/main" id="{70C8AD14-3CF3-BE7C-C40C-0EA98F33E0C3}"/>
              </a:ext>
            </a:extLst>
          </p:cNvPr>
          <p:cNvSpPr/>
          <p:nvPr/>
        </p:nvSpPr>
        <p:spPr>
          <a:xfrm>
            <a:off x="1" y="644788"/>
            <a:ext cx="489410" cy="488687"/>
          </a:xfrm>
          <a:custGeom>
            <a:avLst/>
            <a:gdLst>
              <a:gd name="connsiteX0" fmla="*/ 0 w 613235"/>
              <a:gd name="connsiteY0" fmla="*/ 488687 h 488687"/>
              <a:gd name="connsiteX1" fmla="*/ 484445 w 613235"/>
              <a:gd name="connsiteY1" fmla="*/ 0 h 488687"/>
              <a:gd name="connsiteX2" fmla="*/ 613235 w 613235"/>
              <a:gd name="connsiteY2" fmla="*/ 0 h 488687"/>
              <a:gd name="connsiteX3" fmla="*/ 128790 w 613235"/>
              <a:gd name="connsiteY3" fmla="*/ 488687 h 488687"/>
              <a:gd name="connsiteX4" fmla="*/ 0 w 613235"/>
              <a:gd name="connsiteY4" fmla="*/ 488687 h 488687"/>
              <a:gd name="connsiteX0" fmla="*/ 0 w 487029"/>
              <a:gd name="connsiteY0" fmla="*/ 360100 h 488687"/>
              <a:gd name="connsiteX1" fmla="*/ 358239 w 487029"/>
              <a:gd name="connsiteY1" fmla="*/ 0 h 488687"/>
              <a:gd name="connsiteX2" fmla="*/ 487029 w 487029"/>
              <a:gd name="connsiteY2" fmla="*/ 0 h 488687"/>
              <a:gd name="connsiteX3" fmla="*/ 2584 w 487029"/>
              <a:gd name="connsiteY3" fmla="*/ 488687 h 488687"/>
              <a:gd name="connsiteX4" fmla="*/ 0 w 487029"/>
              <a:gd name="connsiteY4" fmla="*/ 360100 h 488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029" h="488687">
                <a:moveTo>
                  <a:pt x="0" y="360100"/>
                </a:moveTo>
                <a:lnTo>
                  <a:pt x="358239" y="0"/>
                </a:lnTo>
                <a:lnTo>
                  <a:pt x="487029" y="0"/>
                </a:lnTo>
                <a:lnTo>
                  <a:pt x="2584" y="488687"/>
                </a:lnTo>
                <a:cubicBezTo>
                  <a:pt x="1723" y="445825"/>
                  <a:pt x="861" y="402962"/>
                  <a:pt x="0" y="360100"/>
                </a:cubicBezTo>
                <a:close/>
              </a:path>
            </a:pathLst>
          </a:custGeom>
          <a:solidFill>
            <a:srgbClr val="B7EA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47E59C-5621-46B3-5F48-CFEA0DC31685}"/>
              </a:ext>
            </a:extLst>
          </p:cNvPr>
          <p:cNvSpPr txBox="1"/>
          <p:nvPr/>
        </p:nvSpPr>
        <p:spPr>
          <a:xfrm>
            <a:off x="0" y="137603"/>
            <a:ext cx="9433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01</a:t>
            </a:r>
            <a:endParaRPr lang="ko-KR" altLang="en-US" sz="32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CD0AD6-BB8F-1685-5CA8-D51B8E4E7804}"/>
              </a:ext>
            </a:extLst>
          </p:cNvPr>
          <p:cNvSpPr txBox="1"/>
          <p:nvPr/>
        </p:nvSpPr>
        <p:spPr>
          <a:xfrm>
            <a:off x="1420427" y="142041"/>
            <a:ext cx="45341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사용자 정의 함수</a:t>
            </a:r>
          </a:p>
        </p:txBody>
      </p:sp>
      <p:sp>
        <p:nvSpPr>
          <p:cNvPr id="4" name="다이아몬드 3">
            <a:extLst>
              <a:ext uri="{FF2B5EF4-FFF2-40B4-BE49-F238E27FC236}">
                <a16:creationId xmlns:a16="http://schemas.microsoft.com/office/drawing/2014/main" id="{30D627BA-9651-79F9-C1D9-EC3A254415C9}"/>
              </a:ext>
            </a:extLst>
          </p:cNvPr>
          <p:cNvSpPr/>
          <p:nvPr/>
        </p:nvSpPr>
        <p:spPr>
          <a:xfrm>
            <a:off x="574027" y="1249399"/>
            <a:ext cx="369331" cy="369331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28381E-9622-ECB7-45DF-35C7A48D70F8}"/>
              </a:ext>
            </a:extLst>
          </p:cNvPr>
          <p:cNvSpPr txBox="1"/>
          <p:nvPr/>
        </p:nvSpPr>
        <p:spPr>
          <a:xfrm>
            <a:off x="943358" y="1141676"/>
            <a:ext cx="62209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반환</a:t>
            </a:r>
            <a:r>
              <a:rPr lang="en-US" altLang="ko-KR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(return) </a:t>
            </a:r>
            <a:r>
              <a:rPr lang="ko-KR" altLang="en-US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값이 없는 함수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496757F-679C-DA38-D689-190A75564E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06" y="6522064"/>
            <a:ext cx="1299531" cy="214672"/>
          </a:xfrm>
          <a:prstGeom prst="rect">
            <a:avLst/>
          </a:prstGeom>
        </p:spPr>
      </p:pic>
      <p:sp>
        <p:nvSpPr>
          <p:cNvPr id="8" name="모서리가 둥근 직사각형 3">
            <a:extLst>
              <a:ext uri="{FF2B5EF4-FFF2-40B4-BE49-F238E27FC236}">
                <a16:creationId xmlns:a16="http://schemas.microsoft.com/office/drawing/2014/main" id="{AB8AADF8-4063-1D7E-BB7D-900792E5A7EF}"/>
              </a:ext>
            </a:extLst>
          </p:cNvPr>
          <p:cNvSpPr/>
          <p:nvPr/>
        </p:nvSpPr>
        <p:spPr>
          <a:xfrm>
            <a:off x="1651731" y="2122996"/>
            <a:ext cx="8886064" cy="3585345"/>
          </a:xfrm>
          <a:prstGeom prst="roundRect">
            <a:avLst>
              <a:gd name="adj" fmla="val 9910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3600" dirty="0">
                <a:solidFill>
                  <a:srgbClr val="2249FB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def</a:t>
            </a:r>
            <a:r>
              <a:rPr lang="en-US" altLang="ko-KR" sz="36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3600" dirty="0" err="1">
                <a:solidFill>
                  <a:srgbClr val="796337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add_num</a:t>
            </a:r>
            <a:r>
              <a:rPr lang="en-US" altLang="ko-KR" sz="3600" dirty="0">
                <a:solidFill>
                  <a:srgbClr val="2249FB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36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a, b</a:t>
            </a:r>
            <a:r>
              <a:rPr lang="en-US" altLang="ko-KR" sz="3600" dirty="0">
                <a:solidFill>
                  <a:srgbClr val="2249FB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r>
              <a:rPr lang="en-US" altLang="ko-KR" sz="36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:</a:t>
            </a:r>
          </a:p>
          <a:p>
            <a:r>
              <a:rPr lang="en-US" altLang="ko-KR" sz="36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  </a:t>
            </a:r>
            <a:r>
              <a:rPr lang="en-US" altLang="ko-KR" sz="3600" dirty="0">
                <a:solidFill>
                  <a:srgbClr val="796337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</a:t>
            </a:r>
            <a:r>
              <a:rPr lang="en-US" altLang="ko-KR" sz="3600" dirty="0">
                <a:solidFill>
                  <a:srgbClr val="2249FB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36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a+b</a:t>
            </a:r>
            <a:r>
              <a:rPr lang="en-US" altLang="ko-KR" sz="3600" dirty="0">
                <a:solidFill>
                  <a:srgbClr val="2249FB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endParaRPr lang="en-US" altLang="ko-KR" sz="36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endParaRPr lang="en-US" altLang="ko-KR" sz="36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r>
              <a:rPr lang="en-US" altLang="ko-KR" sz="36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add_num</a:t>
            </a:r>
            <a:r>
              <a:rPr lang="en-US" altLang="ko-KR" sz="3600" dirty="0">
                <a:solidFill>
                  <a:srgbClr val="2249FB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3600" dirty="0">
                <a:solidFill>
                  <a:srgbClr val="08603D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1</a:t>
            </a:r>
            <a:r>
              <a:rPr lang="en-US" altLang="ko-KR" sz="36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, </a:t>
            </a:r>
            <a:r>
              <a:rPr lang="en-US" altLang="ko-KR" sz="3600" dirty="0">
                <a:solidFill>
                  <a:srgbClr val="08603D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2</a:t>
            </a:r>
            <a:r>
              <a:rPr lang="en-US" altLang="ko-KR" sz="3600" dirty="0">
                <a:solidFill>
                  <a:srgbClr val="2249FB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endParaRPr lang="it-IT" altLang="ko-KR" sz="3600" dirty="0">
              <a:solidFill>
                <a:srgbClr val="2249FB"/>
              </a:solidFill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1267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0A8C5-00E8-24DC-22A6-D0249F158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각 삼각형 16">
            <a:extLst>
              <a:ext uri="{FF2B5EF4-FFF2-40B4-BE49-F238E27FC236}">
                <a16:creationId xmlns:a16="http://schemas.microsoft.com/office/drawing/2014/main" id="{CCE192FE-FA4F-5269-6427-BA5EF364DBBE}"/>
              </a:ext>
            </a:extLst>
          </p:cNvPr>
          <p:cNvSpPr/>
          <p:nvPr/>
        </p:nvSpPr>
        <p:spPr>
          <a:xfrm flipH="1">
            <a:off x="10626570" y="5335480"/>
            <a:ext cx="1565429" cy="1522520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2D6DBF7A-E432-AFE0-2EB5-1E799246AC08}"/>
              </a:ext>
            </a:extLst>
          </p:cNvPr>
          <p:cNvSpPr/>
          <p:nvPr/>
        </p:nvSpPr>
        <p:spPr>
          <a:xfrm>
            <a:off x="346229" y="0"/>
            <a:ext cx="11274641" cy="754603"/>
          </a:xfrm>
          <a:prstGeom prst="parallelogram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각 삼각형 12">
            <a:extLst>
              <a:ext uri="{FF2B5EF4-FFF2-40B4-BE49-F238E27FC236}">
                <a16:creationId xmlns:a16="http://schemas.microsoft.com/office/drawing/2014/main" id="{2006D9FD-D34B-94F3-C45F-F220A2C44B8D}"/>
              </a:ext>
            </a:extLst>
          </p:cNvPr>
          <p:cNvSpPr/>
          <p:nvPr/>
        </p:nvSpPr>
        <p:spPr>
          <a:xfrm flipV="1">
            <a:off x="11425560" y="-1"/>
            <a:ext cx="766439" cy="754603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다이아몬드 13">
            <a:extLst>
              <a:ext uri="{FF2B5EF4-FFF2-40B4-BE49-F238E27FC236}">
                <a16:creationId xmlns:a16="http://schemas.microsoft.com/office/drawing/2014/main" id="{F412D163-F2B7-7C8F-66F0-04F1D07CB721}"/>
              </a:ext>
            </a:extLst>
          </p:cNvPr>
          <p:cNvSpPr/>
          <p:nvPr/>
        </p:nvSpPr>
        <p:spPr>
          <a:xfrm>
            <a:off x="11260115" y="586896"/>
            <a:ext cx="425805" cy="425805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B1DD3A4-5978-0975-6FDE-4973D6E748B9}"/>
              </a:ext>
            </a:extLst>
          </p:cNvPr>
          <p:cNvSpPr/>
          <p:nvPr/>
        </p:nvSpPr>
        <p:spPr>
          <a:xfrm>
            <a:off x="0" y="0"/>
            <a:ext cx="1420427" cy="1030457"/>
          </a:xfrm>
          <a:custGeom>
            <a:avLst/>
            <a:gdLst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1420427 w 1420427"/>
              <a:gd name="connsiteY2" fmla="*/ 1029810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452761 w 1420427"/>
              <a:gd name="connsiteY2" fmla="*/ 1020932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30457"/>
              <a:gd name="connsiteX1" fmla="*/ 1420427 w 1420427"/>
              <a:gd name="connsiteY1" fmla="*/ 0 h 1030457"/>
              <a:gd name="connsiteX2" fmla="*/ 445618 w 1420427"/>
              <a:gd name="connsiteY2" fmla="*/ 1030457 h 1030457"/>
              <a:gd name="connsiteX3" fmla="*/ 0 w 1420427"/>
              <a:gd name="connsiteY3" fmla="*/ 1029810 h 1030457"/>
              <a:gd name="connsiteX4" fmla="*/ 0 w 1420427"/>
              <a:gd name="connsiteY4" fmla="*/ 0 h 1030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0427" h="1030457">
                <a:moveTo>
                  <a:pt x="0" y="0"/>
                </a:moveTo>
                <a:lnTo>
                  <a:pt x="1420427" y="0"/>
                </a:lnTo>
                <a:lnTo>
                  <a:pt x="445618" y="1030457"/>
                </a:lnTo>
                <a:lnTo>
                  <a:pt x="0" y="1029810"/>
                </a:lnTo>
                <a:lnTo>
                  <a:pt x="0" y="0"/>
                </a:lnTo>
                <a:close/>
              </a:path>
            </a:pathLst>
          </a:cu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각 삼각형 14">
            <a:extLst>
              <a:ext uri="{FF2B5EF4-FFF2-40B4-BE49-F238E27FC236}">
                <a16:creationId xmlns:a16="http://schemas.microsoft.com/office/drawing/2014/main" id="{DCFC80A5-9162-059A-2478-2957E6224ECD}"/>
              </a:ext>
            </a:extLst>
          </p:cNvPr>
          <p:cNvSpPr/>
          <p:nvPr/>
        </p:nvSpPr>
        <p:spPr>
          <a:xfrm flipV="1">
            <a:off x="0" y="-1"/>
            <a:ext cx="281179" cy="27520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9058E7BC-D947-FFCF-89E2-A5097FB968D1}"/>
              </a:ext>
            </a:extLst>
          </p:cNvPr>
          <p:cNvSpPr/>
          <p:nvPr/>
        </p:nvSpPr>
        <p:spPr>
          <a:xfrm flipH="1">
            <a:off x="11721914" y="6400800"/>
            <a:ext cx="470085" cy="4572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평행 사변형 17">
            <a:extLst>
              <a:ext uri="{FF2B5EF4-FFF2-40B4-BE49-F238E27FC236}">
                <a16:creationId xmlns:a16="http://schemas.microsoft.com/office/drawing/2014/main" id="{C1F332BA-90F8-0D0F-E115-27AA7CC9D9DE}"/>
              </a:ext>
            </a:extLst>
          </p:cNvPr>
          <p:cNvSpPr/>
          <p:nvPr/>
        </p:nvSpPr>
        <p:spPr>
          <a:xfrm>
            <a:off x="10347974" y="5708342"/>
            <a:ext cx="1299530" cy="1149658"/>
          </a:xfrm>
          <a:prstGeom prst="parallelogram">
            <a:avLst>
              <a:gd name="adj" fmla="val 99132"/>
            </a:avLst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평행 사변형 18">
            <a:extLst>
              <a:ext uri="{FF2B5EF4-FFF2-40B4-BE49-F238E27FC236}">
                <a16:creationId xmlns:a16="http://schemas.microsoft.com/office/drawing/2014/main" id="{DFC63381-1808-598C-D306-48D3DD51CED8}"/>
              </a:ext>
            </a:extLst>
          </p:cNvPr>
          <p:cNvSpPr/>
          <p:nvPr/>
        </p:nvSpPr>
        <p:spPr>
          <a:xfrm>
            <a:off x="1065320" y="0"/>
            <a:ext cx="586410" cy="443883"/>
          </a:xfrm>
          <a:prstGeom prst="parallelogram">
            <a:avLst>
              <a:gd name="adj" fmla="val 99132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평행 사변형 19">
            <a:extLst>
              <a:ext uri="{FF2B5EF4-FFF2-40B4-BE49-F238E27FC236}">
                <a16:creationId xmlns:a16="http://schemas.microsoft.com/office/drawing/2014/main" id="{6CF22E6D-A1D7-F182-FD40-9EAF7B9F8A69}"/>
              </a:ext>
            </a:extLst>
          </p:cNvPr>
          <p:cNvSpPr/>
          <p:nvPr/>
        </p:nvSpPr>
        <p:spPr>
          <a:xfrm>
            <a:off x="1" y="644788"/>
            <a:ext cx="489410" cy="488687"/>
          </a:xfrm>
          <a:custGeom>
            <a:avLst/>
            <a:gdLst>
              <a:gd name="connsiteX0" fmla="*/ 0 w 613235"/>
              <a:gd name="connsiteY0" fmla="*/ 488687 h 488687"/>
              <a:gd name="connsiteX1" fmla="*/ 484445 w 613235"/>
              <a:gd name="connsiteY1" fmla="*/ 0 h 488687"/>
              <a:gd name="connsiteX2" fmla="*/ 613235 w 613235"/>
              <a:gd name="connsiteY2" fmla="*/ 0 h 488687"/>
              <a:gd name="connsiteX3" fmla="*/ 128790 w 613235"/>
              <a:gd name="connsiteY3" fmla="*/ 488687 h 488687"/>
              <a:gd name="connsiteX4" fmla="*/ 0 w 613235"/>
              <a:gd name="connsiteY4" fmla="*/ 488687 h 488687"/>
              <a:gd name="connsiteX0" fmla="*/ 0 w 487029"/>
              <a:gd name="connsiteY0" fmla="*/ 360100 h 488687"/>
              <a:gd name="connsiteX1" fmla="*/ 358239 w 487029"/>
              <a:gd name="connsiteY1" fmla="*/ 0 h 488687"/>
              <a:gd name="connsiteX2" fmla="*/ 487029 w 487029"/>
              <a:gd name="connsiteY2" fmla="*/ 0 h 488687"/>
              <a:gd name="connsiteX3" fmla="*/ 2584 w 487029"/>
              <a:gd name="connsiteY3" fmla="*/ 488687 h 488687"/>
              <a:gd name="connsiteX4" fmla="*/ 0 w 487029"/>
              <a:gd name="connsiteY4" fmla="*/ 360100 h 488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029" h="488687">
                <a:moveTo>
                  <a:pt x="0" y="360100"/>
                </a:moveTo>
                <a:lnTo>
                  <a:pt x="358239" y="0"/>
                </a:lnTo>
                <a:lnTo>
                  <a:pt x="487029" y="0"/>
                </a:lnTo>
                <a:lnTo>
                  <a:pt x="2584" y="488687"/>
                </a:lnTo>
                <a:cubicBezTo>
                  <a:pt x="1723" y="445825"/>
                  <a:pt x="861" y="402962"/>
                  <a:pt x="0" y="360100"/>
                </a:cubicBezTo>
                <a:close/>
              </a:path>
            </a:pathLst>
          </a:custGeom>
          <a:solidFill>
            <a:srgbClr val="B7EA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E2CDB9-BCB9-9D1D-3A50-1B0159668517}"/>
              </a:ext>
            </a:extLst>
          </p:cNvPr>
          <p:cNvSpPr txBox="1"/>
          <p:nvPr/>
        </p:nvSpPr>
        <p:spPr>
          <a:xfrm>
            <a:off x="0" y="137603"/>
            <a:ext cx="9433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01</a:t>
            </a:r>
            <a:endParaRPr lang="ko-KR" altLang="en-US" sz="32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6EEB4E-42D7-5D01-E9A6-5CA640DCB83E}"/>
              </a:ext>
            </a:extLst>
          </p:cNvPr>
          <p:cNvSpPr txBox="1"/>
          <p:nvPr/>
        </p:nvSpPr>
        <p:spPr>
          <a:xfrm>
            <a:off x="1420427" y="142041"/>
            <a:ext cx="45341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사용자 정의 함수</a:t>
            </a:r>
          </a:p>
        </p:txBody>
      </p:sp>
      <p:sp>
        <p:nvSpPr>
          <p:cNvPr id="4" name="다이아몬드 3">
            <a:extLst>
              <a:ext uri="{FF2B5EF4-FFF2-40B4-BE49-F238E27FC236}">
                <a16:creationId xmlns:a16="http://schemas.microsoft.com/office/drawing/2014/main" id="{0E55C9C7-77B2-DD08-8AD3-B26241ECC3D5}"/>
              </a:ext>
            </a:extLst>
          </p:cNvPr>
          <p:cNvSpPr/>
          <p:nvPr/>
        </p:nvSpPr>
        <p:spPr>
          <a:xfrm>
            <a:off x="574027" y="1249399"/>
            <a:ext cx="369331" cy="369331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412AEC-A907-2815-3B33-5F286034F667}"/>
              </a:ext>
            </a:extLst>
          </p:cNvPr>
          <p:cNvSpPr txBox="1"/>
          <p:nvPr/>
        </p:nvSpPr>
        <p:spPr>
          <a:xfrm>
            <a:off x="943358" y="1141676"/>
            <a:ext cx="62209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매개변수가 없는 함수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D967623-0D60-3D72-3E9A-B1F780C9C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06" y="6522064"/>
            <a:ext cx="1299531" cy="214672"/>
          </a:xfrm>
          <a:prstGeom prst="rect">
            <a:avLst/>
          </a:prstGeom>
        </p:spPr>
      </p:pic>
      <p:sp>
        <p:nvSpPr>
          <p:cNvPr id="8" name="모서리가 둥근 직사각형 3">
            <a:extLst>
              <a:ext uri="{FF2B5EF4-FFF2-40B4-BE49-F238E27FC236}">
                <a16:creationId xmlns:a16="http://schemas.microsoft.com/office/drawing/2014/main" id="{B857166A-3798-48EC-FD2A-FB9205FAB428}"/>
              </a:ext>
            </a:extLst>
          </p:cNvPr>
          <p:cNvSpPr/>
          <p:nvPr/>
        </p:nvSpPr>
        <p:spPr>
          <a:xfrm>
            <a:off x="1651731" y="2122996"/>
            <a:ext cx="8886064" cy="3585345"/>
          </a:xfrm>
          <a:prstGeom prst="roundRect">
            <a:avLst>
              <a:gd name="adj" fmla="val 9910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3600" dirty="0">
                <a:solidFill>
                  <a:srgbClr val="2249FB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def </a:t>
            </a:r>
            <a:r>
              <a:rPr lang="en-US" altLang="ko-KR" sz="36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add_num</a:t>
            </a:r>
            <a:r>
              <a:rPr lang="en-US" altLang="ko-KR" sz="3600" dirty="0">
                <a:solidFill>
                  <a:srgbClr val="2249FB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()</a:t>
            </a:r>
            <a:r>
              <a:rPr lang="en-US" altLang="ko-KR" sz="36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:</a:t>
            </a:r>
          </a:p>
          <a:p>
            <a:r>
              <a:rPr lang="en-US" altLang="ko-KR" sz="36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  a = </a:t>
            </a:r>
            <a:r>
              <a:rPr lang="en-US" altLang="ko-KR" sz="3600" dirty="0">
                <a:solidFill>
                  <a:srgbClr val="51B8B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int</a:t>
            </a:r>
            <a:r>
              <a:rPr lang="en-US" altLang="ko-KR" sz="3600" dirty="0">
                <a:solidFill>
                  <a:srgbClr val="2249FB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3600" dirty="0">
                <a:solidFill>
                  <a:srgbClr val="796337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input</a:t>
            </a:r>
            <a:r>
              <a:rPr lang="en-US" altLang="ko-KR" sz="3600" dirty="0">
                <a:solidFill>
                  <a:srgbClr val="00B05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3600" dirty="0">
                <a:solidFill>
                  <a:srgbClr val="A31515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en-US" sz="3600" dirty="0">
                <a:solidFill>
                  <a:srgbClr val="A31515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첫 번째 숫자</a:t>
            </a:r>
            <a:r>
              <a:rPr lang="en-US" altLang="ko-KR" sz="3600" dirty="0">
                <a:solidFill>
                  <a:srgbClr val="A31515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: "</a:t>
            </a:r>
            <a:r>
              <a:rPr lang="en-US" altLang="ko-KR" sz="3600" dirty="0">
                <a:solidFill>
                  <a:srgbClr val="00B05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r>
              <a:rPr lang="en-US" altLang="ko-KR" sz="3600" dirty="0">
                <a:solidFill>
                  <a:srgbClr val="2249FB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</a:p>
          <a:p>
            <a:r>
              <a:rPr lang="en-US" altLang="ko-KR" sz="36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  b = </a:t>
            </a:r>
            <a:r>
              <a:rPr lang="en-US" altLang="ko-KR" sz="3600" dirty="0">
                <a:solidFill>
                  <a:srgbClr val="51B8B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int</a:t>
            </a:r>
            <a:r>
              <a:rPr lang="en-US" altLang="ko-KR" sz="3600" dirty="0">
                <a:solidFill>
                  <a:srgbClr val="2249FB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3600" dirty="0">
                <a:solidFill>
                  <a:srgbClr val="796337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input</a:t>
            </a:r>
            <a:r>
              <a:rPr lang="en-US" altLang="ko-KR" sz="3600" dirty="0">
                <a:solidFill>
                  <a:srgbClr val="00B05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3600" dirty="0">
                <a:solidFill>
                  <a:srgbClr val="A31515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en-US" sz="3600" dirty="0">
                <a:solidFill>
                  <a:srgbClr val="A31515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두 번째 숫자</a:t>
            </a:r>
            <a:r>
              <a:rPr lang="en-US" altLang="ko-KR" sz="3600" dirty="0">
                <a:solidFill>
                  <a:srgbClr val="A31515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: "</a:t>
            </a:r>
            <a:r>
              <a:rPr lang="en-US" altLang="ko-KR" sz="3600" dirty="0">
                <a:solidFill>
                  <a:srgbClr val="00B05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r>
              <a:rPr lang="en-US" altLang="ko-KR" sz="3600" dirty="0">
                <a:solidFill>
                  <a:srgbClr val="2249FB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</a:p>
          <a:p>
            <a:r>
              <a:rPr lang="en-US" altLang="ko-KR" sz="36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  </a:t>
            </a:r>
            <a:r>
              <a:rPr lang="en-US" altLang="ko-KR" sz="3600" dirty="0">
                <a:solidFill>
                  <a:srgbClr val="796337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</a:t>
            </a:r>
            <a:r>
              <a:rPr lang="en-US" altLang="ko-KR" sz="3600" dirty="0">
                <a:solidFill>
                  <a:srgbClr val="2249FB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(f</a:t>
            </a:r>
            <a:r>
              <a:rPr lang="en-US" altLang="ko-KR" sz="3600" dirty="0">
                <a:solidFill>
                  <a:srgbClr val="A31515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en-US" sz="3600" dirty="0">
                <a:solidFill>
                  <a:srgbClr val="A31515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두 수의 합</a:t>
            </a:r>
            <a:r>
              <a:rPr lang="en-US" altLang="ko-KR" sz="3600" dirty="0">
                <a:solidFill>
                  <a:srgbClr val="A31515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en-US" altLang="ko-KR" sz="3600" dirty="0">
                <a:solidFill>
                  <a:srgbClr val="00B05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{</a:t>
            </a:r>
            <a:r>
              <a:rPr lang="en-US" altLang="ko-KR" sz="36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a+b</a:t>
            </a:r>
            <a:r>
              <a:rPr lang="en-US" altLang="ko-KR" sz="3600" dirty="0">
                <a:solidFill>
                  <a:srgbClr val="00B05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r>
              <a:rPr lang="en-US" altLang="ko-KR" sz="3600" dirty="0">
                <a:solidFill>
                  <a:srgbClr val="A31515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en-US" altLang="ko-KR" sz="3600" dirty="0">
                <a:solidFill>
                  <a:srgbClr val="2249FB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</a:p>
          <a:p>
            <a:endParaRPr lang="en-US" altLang="ko-KR" sz="36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r>
              <a:rPr lang="en-US" altLang="ko-KR" sz="36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add_num</a:t>
            </a:r>
            <a:r>
              <a:rPr lang="en-US" altLang="ko-KR" sz="3600" dirty="0">
                <a:solidFill>
                  <a:srgbClr val="2249FB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()</a:t>
            </a:r>
            <a:endParaRPr lang="it-IT" altLang="ko-KR" sz="3600" dirty="0">
              <a:solidFill>
                <a:srgbClr val="2249FB"/>
              </a:solidFill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14698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97561-5B47-3598-71D9-D5ABD622F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각 삼각형 16">
            <a:extLst>
              <a:ext uri="{FF2B5EF4-FFF2-40B4-BE49-F238E27FC236}">
                <a16:creationId xmlns:a16="http://schemas.microsoft.com/office/drawing/2014/main" id="{5FD02FA0-282C-D038-9F90-4E300ED88AE9}"/>
              </a:ext>
            </a:extLst>
          </p:cNvPr>
          <p:cNvSpPr/>
          <p:nvPr/>
        </p:nvSpPr>
        <p:spPr>
          <a:xfrm flipH="1">
            <a:off x="10626570" y="5335480"/>
            <a:ext cx="1565429" cy="1522520"/>
          </a:xfrm>
          <a:prstGeom prst="rtTriangle">
            <a:avLst/>
          </a:prstGeom>
          <a:solidFill>
            <a:srgbClr val="FFFA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C54B74E8-99B3-3A57-C5A0-5AFB83EF7660}"/>
              </a:ext>
            </a:extLst>
          </p:cNvPr>
          <p:cNvSpPr/>
          <p:nvPr/>
        </p:nvSpPr>
        <p:spPr>
          <a:xfrm>
            <a:off x="346229" y="0"/>
            <a:ext cx="11274641" cy="754603"/>
          </a:xfrm>
          <a:prstGeom prst="parallelogram">
            <a:avLst/>
          </a:prstGeom>
          <a:solidFill>
            <a:srgbClr val="FFFA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각 삼각형 12">
            <a:extLst>
              <a:ext uri="{FF2B5EF4-FFF2-40B4-BE49-F238E27FC236}">
                <a16:creationId xmlns:a16="http://schemas.microsoft.com/office/drawing/2014/main" id="{B0F9B5FF-2E44-0A7B-C2F5-F3B3273BE451}"/>
              </a:ext>
            </a:extLst>
          </p:cNvPr>
          <p:cNvSpPr/>
          <p:nvPr/>
        </p:nvSpPr>
        <p:spPr>
          <a:xfrm flipV="1">
            <a:off x="11425560" y="-1"/>
            <a:ext cx="766439" cy="754603"/>
          </a:xfrm>
          <a:prstGeom prst="rtTriangle">
            <a:avLst/>
          </a:prstGeom>
          <a:solidFill>
            <a:srgbClr val="FFFA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다이아몬드 13">
            <a:extLst>
              <a:ext uri="{FF2B5EF4-FFF2-40B4-BE49-F238E27FC236}">
                <a16:creationId xmlns:a16="http://schemas.microsoft.com/office/drawing/2014/main" id="{5DD45D72-433B-266E-448F-48789B86295C}"/>
              </a:ext>
            </a:extLst>
          </p:cNvPr>
          <p:cNvSpPr/>
          <p:nvPr/>
        </p:nvSpPr>
        <p:spPr>
          <a:xfrm>
            <a:off x="11260115" y="586896"/>
            <a:ext cx="425805" cy="425805"/>
          </a:xfrm>
          <a:prstGeom prst="diamond">
            <a:avLst/>
          </a:prstGeom>
          <a:solidFill>
            <a:srgbClr val="73D7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5060A43-E198-6C91-5A2E-A0DFCD9FE2D4}"/>
              </a:ext>
            </a:extLst>
          </p:cNvPr>
          <p:cNvSpPr/>
          <p:nvPr/>
        </p:nvSpPr>
        <p:spPr>
          <a:xfrm>
            <a:off x="0" y="0"/>
            <a:ext cx="1420427" cy="1030457"/>
          </a:xfrm>
          <a:custGeom>
            <a:avLst/>
            <a:gdLst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1420427 w 1420427"/>
              <a:gd name="connsiteY2" fmla="*/ 1029810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452761 w 1420427"/>
              <a:gd name="connsiteY2" fmla="*/ 1020932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30457"/>
              <a:gd name="connsiteX1" fmla="*/ 1420427 w 1420427"/>
              <a:gd name="connsiteY1" fmla="*/ 0 h 1030457"/>
              <a:gd name="connsiteX2" fmla="*/ 445618 w 1420427"/>
              <a:gd name="connsiteY2" fmla="*/ 1030457 h 1030457"/>
              <a:gd name="connsiteX3" fmla="*/ 0 w 1420427"/>
              <a:gd name="connsiteY3" fmla="*/ 1029810 h 1030457"/>
              <a:gd name="connsiteX4" fmla="*/ 0 w 1420427"/>
              <a:gd name="connsiteY4" fmla="*/ 0 h 1030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0427" h="1030457">
                <a:moveTo>
                  <a:pt x="0" y="0"/>
                </a:moveTo>
                <a:lnTo>
                  <a:pt x="1420427" y="0"/>
                </a:lnTo>
                <a:lnTo>
                  <a:pt x="445618" y="1030457"/>
                </a:lnTo>
                <a:lnTo>
                  <a:pt x="0" y="102981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각 삼각형 14">
            <a:extLst>
              <a:ext uri="{FF2B5EF4-FFF2-40B4-BE49-F238E27FC236}">
                <a16:creationId xmlns:a16="http://schemas.microsoft.com/office/drawing/2014/main" id="{5D407BAB-B05B-D4F0-329B-713FADB7AAA3}"/>
              </a:ext>
            </a:extLst>
          </p:cNvPr>
          <p:cNvSpPr/>
          <p:nvPr/>
        </p:nvSpPr>
        <p:spPr>
          <a:xfrm flipV="1">
            <a:off x="0" y="-1"/>
            <a:ext cx="281179" cy="27520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A521FC60-06D4-6CCD-CEEB-A1710A91374B}"/>
              </a:ext>
            </a:extLst>
          </p:cNvPr>
          <p:cNvSpPr/>
          <p:nvPr/>
        </p:nvSpPr>
        <p:spPr>
          <a:xfrm flipH="1">
            <a:off x="11721914" y="6400800"/>
            <a:ext cx="470085" cy="4572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평행 사변형 17">
            <a:extLst>
              <a:ext uri="{FF2B5EF4-FFF2-40B4-BE49-F238E27FC236}">
                <a16:creationId xmlns:a16="http://schemas.microsoft.com/office/drawing/2014/main" id="{A6CA462D-D3B6-2DC9-9518-FA44659004B9}"/>
              </a:ext>
            </a:extLst>
          </p:cNvPr>
          <p:cNvSpPr/>
          <p:nvPr/>
        </p:nvSpPr>
        <p:spPr>
          <a:xfrm>
            <a:off x="10347974" y="5708342"/>
            <a:ext cx="1299530" cy="1149658"/>
          </a:xfrm>
          <a:prstGeom prst="parallelogram">
            <a:avLst>
              <a:gd name="adj" fmla="val 99132"/>
            </a:avLst>
          </a:prstGeom>
          <a:solidFill>
            <a:srgbClr val="73D7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평행 사변형 18">
            <a:extLst>
              <a:ext uri="{FF2B5EF4-FFF2-40B4-BE49-F238E27FC236}">
                <a16:creationId xmlns:a16="http://schemas.microsoft.com/office/drawing/2014/main" id="{DC06B6F7-09FF-735C-74CD-F5235CBFC91D}"/>
              </a:ext>
            </a:extLst>
          </p:cNvPr>
          <p:cNvSpPr/>
          <p:nvPr/>
        </p:nvSpPr>
        <p:spPr>
          <a:xfrm>
            <a:off x="1065320" y="0"/>
            <a:ext cx="586410" cy="443883"/>
          </a:xfrm>
          <a:prstGeom prst="parallelogram">
            <a:avLst>
              <a:gd name="adj" fmla="val 99132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평행 사변형 19">
            <a:extLst>
              <a:ext uri="{FF2B5EF4-FFF2-40B4-BE49-F238E27FC236}">
                <a16:creationId xmlns:a16="http://schemas.microsoft.com/office/drawing/2014/main" id="{A907025E-6456-2A8B-E4F3-E0C423E8DEBC}"/>
              </a:ext>
            </a:extLst>
          </p:cNvPr>
          <p:cNvSpPr/>
          <p:nvPr/>
        </p:nvSpPr>
        <p:spPr>
          <a:xfrm>
            <a:off x="1" y="644788"/>
            <a:ext cx="489410" cy="488687"/>
          </a:xfrm>
          <a:custGeom>
            <a:avLst/>
            <a:gdLst>
              <a:gd name="connsiteX0" fmla="*/ 0 w 613235"/>
              <a:gd name="connsiteY0" fmla="*/ 488687 h 488687"/>
              <a:gd name="connsiteX1" fmla="*/ 484445 w 613235"/>
              <a:gd name="connsiteY1" fmla="*/ 0 h 488687"/>
              <a:gd name="connsiteX2" fmla="*/ 613235 w 613235"/>
              <a:gd name="connsiteY2" fmla="*/ 0 h 488687"/>
              <a:gd name="connsiteX3" fmla="*/ 128790 w 613235"/>
              <a:gd name="connsiteY3" fmla="*/ 488687 h 488687"/>
              <a:gd name="connsiteX4" fmla="*/ 0 w 613235"/>
              <a:gd name="connsiteY4" fmla="*/ 488687 h 488687"/>
              <a:gd name="connsiteX0" fmla="*/ 0 w 487029"/>
              <a:gd name="connsiteY0" fmla="*/ 360100 h 488687"/>
              <a:gd name="connsiteX1" fmla="*/ 358239 w 487029"/>
              <a:gd name="connsiteY1" fmla="*/ 0 h 488687"/>
              <a:gd name="connsiteX2" fmla="*/ 487029 w 487029"/>
              <a:gd name="connsiteY2" fmla="*/ 0 h 488687"/>
              <a:gd name="connsiteX3" fmla="*/ 2584 w 487029"/>
              <a:gd name="connsiteY3" fmla="*/ 488687 h 488687"/>
              <a:gd name="connsiteX4" fmla="*/ 0 w 487029"/>
              <a:gd name="connsiteY4" fmla="*/ 360100 h 488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029" h="488687">
                <a:moveTo>
                  <a:pt x="0" y="360100"/>
                </a:moveTo>
                <a:lnTo>
                  <a:pt x="358239" y="0"/>
                </a:lnTo>
                <a:lnTo>
                  <a:pt x="487029" y="0"/>
                </a:lnTo>
                <a:lnTo>
                  <a:pt x="2584" y="488687"/>
                </a:lnTo>
                <a:cubicBezTo>
                  <a:pt x="1723" y="445825"/>
                  <a:pt x="861" y="402962"/>
                  <a:pt x="0" y="360100"/>
                </a:cubicBezTo>
                <a:close/>
              </a:path>
            </a:pathLst>
          </a:custGeom>
          <a:solidFill>
            <a:srgbClr val="73D7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6594F5-1681-65A3-67BB-01FE786FF4F3}"/>
              </a:ext>
            </a:extLst>
          </p:cNvPr>
          <p:cNvSpPr txBox="1"/>
          <p:nvPr/>
        </p:nvSpPr>
        <p:spPr>
          <a:xfrm>
            <a:off x="1358524" y="151495"/>
            <a:ext cx="69975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LAB: </a:t>
            </a:r>
            <a:r>
              <a:rPr lang="ko-KR" altLang="en-US" sz="3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함수를 사용한 계산기 구현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5F31AD3-AAFF-DF62-BF12-3FAA597564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06" y="6522064"/>
            <a:ext cx="1299531" cy="214672"/>
          </a:xfrm>
          <a:prstGeom prst="rect">
            <a:avLst/>
          </a:prstGeom>
        </p:spPr>
      </p:pic>
      <p:sp>
        <p:nvSpPr>
          <p:cNvPr id="2" name="다이아몬드 1">
            <a:extLst>
              <a:ext uri="{FF2B5EF4-FFF2-40B4-BE49-F238E27FC236}">
                <a16:creationId xmlns:a16="http://schemas.microsoft.com/office/drawing/2014/main" id="{928DC5DF-A2CD-3825-C310-4819E833957E}"/>
              </a:ext>
            </a:extLst>
          </p:cNvPr>
          <p:cNvSpPr/>
          <p:nvPr/>
        </p:nvSpPr>
        <p:spPr>
          <a:xfrm>
            <a:off x="666750" y="1000793"/>
            <a:ext cx="369331" cy="369331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DC1A04-D990-F3DB-2098-C7B3C4D3350D}"/>
              </a:ext>
            </a:extLst>
          </p:cNvPr>
          <p:cNvSpPr txBox="1"/>
          <p:nvPr/>
        </p:nvSpPr>
        <p:spPr>
          <a:xfrm>
            <a:off x="1036081" y="893070"/>
            <a:ext cx="62209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rgbClr val="51B8B0"/>
                </a:solidFill>
                <a:highlight>
                  <a:srgbClr val="FFFF00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Problem (LAB 8.1.1)</a:t>
            </a:r>
            <a:endParaRPr lang="ko-KR" altLang="en-US" sz="3200" dirty="0">
              <a:solidFill>
                <a:srgbClr val="51B8B0"/>
              </a:solidFill>
              <a:highlight>
                <a:srgbClr val="FFFF00"/>
              </a:highlight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5E3D6F-4B8B-BDAD-4FDE-EDE6EAD60E38}"/>
              </a:ext>
            </a:extLst>
          </p:cNvPr>
          <p:cNvSpPr txBox="1"/>
          <p:nvPr/>
        </p:nvSpPr>
        <p:spPr>
          <a:xfrm>
            <a:off x="1036081" y="1599597"/>
            <a:ext cx="1030528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계산을 위한 기호 </a:t>
            </a:r>
            <a:r>
              <a:rPr lang="en-US" altLang="ko-KR" sz="2800" dirty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+</a:t>
            </a:r>
            <a:r>
              <a:rPr lang="en-US" altLang="ko-KR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en-US" altLang="ko-KR" sz="2800" dirty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en-US" altLang="ko-KR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en-US" altLang="ko-KR" sz="2800" dirty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</a:t>
            </a:r>
            <a:r>
              <a:rPr lang="en-US" altLang="ko-KR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en-US" altLang="ko-KR" sz="2800" dirty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/</a:t>
            </a:r>
            <a:r>
              <a:rPr lang="ko-KR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를 </a:t>
            </a:r>
            <a:r>
              <a:rPr lang="ko-KR" altLang="en-US" sz="2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입력받은</a:t>
            </a:r>
            <a:r>
              <a:rPr lang="ko-KR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후에</a:t>
            </a:r>
            <a:r>
              <a:rPr lang="en-US" altLang="ko-KR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2800" dirty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 수를 입력</a:t>
            </a:r>
            <a:r>
              <a:rPr lang="ko-KR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하면 선택한 계산이 되는 계산기를 함수를 사용해 만들어보자</a:t>
            </a:r>
            <a:r>
              <a:rPr lang="en-US" altLang="ko-KR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</p:txBody>
      </p:sp>
      <p:sp>
        <p:nvSpPr>
          <p:cNvPr id="10" name="모서리가 둥근 직사각형 3">
            <a:extLst>
              <a:ext uri="{FF2B5EF4-FFF2-40B4-BE49-F238E27FC236}">
                <a16:creationId xmlns:a16="http://schemas.microsoft.com/office/drawing/2014/main" id="{FBB2BF9D-9DE6-F2ED-C39D-7B95047BE0FE}"/>
              </a:ext>
            </a:extLst>
          </p:cNvPr>
          <p:cNvSpPr/>
          <p:nvPr/>
        </p:nvSpPr>
        <p:spPr>
          <a:xfrm>
            <a:off x="1652967" y="5449653"/>
            <a:ext cx="8886064" cy="886534"/>
          </a:xfrm>
          <a:prstGeom prst="roundRect">
            <a:avLst>
              <a:gd name="adj" fmla="val 9910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36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num1 = int(input("</a:t>
            </a:r>
            <a:r>
              <a:rPr lang="ko-KR" altLang="en-US" sz="36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숫자 입력</a:t>
            </a:r>
            <a:r>
              <a:rPr lang="en-US" altLang="ko-KR" sz="36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: "))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677B63D-E072-AA46-FAC1-F7B718FE2C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8584" y="2610790"/>
            <a:ext cx="7714829" cy="2667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587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9C604-A2E1-7976-0074-3F4D933D6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각 삼각형 16">
            <a:extLst>
              <a:ext uri="{FF2B5EF4-FFF2-40B4-BE49-F238E27FC236}">
                <a16:creationId xmlns:a16="http://schemas.microsoft.com/office/drawing/2014/main" id="{7AFC07F3-7337-258B-4013-595C96AFD64F}"/>
              </a:ext>
            </a:extLst>
          </p:cNvPr>
          <p:cNvSpPr/>
          <p:nvPr/>
        </p:nvSpPr>
        <p:spPr>
          <a:xfrm flipH="1">
            <a:off x="10626570" y="5335480"/>
            <a:ext cx="1565429" cy="1522520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5071F152-FAA7-ACB9-19CE-B083F8091BF4}"/>
              </a:ext>
            </a:extLst>
          </p:cNvPr>
          <p:cNvSpPr/>
          <p:nvPr/>
        </p:nvSpPr>
        <p:spPr>
          <a:xfrm>
            <a:off x="346229" y="0"/>
            <a:ext cx="11274641" cy="754603"/>
          </a:xfrm>
          <a:prstGeom prst="parallelogram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각 삼각형 12">
            <a:extLst>
              <a:ext uri="{FF2B5EF4-FFF2-40B4-BE49-F238E27FC236}">
                <a16:creationId xmlns:a16="http://schemas.microsoft.com/office/drawing/2014/main" id="{97298B35-4154-7B8F-4CEF-5256642B5011}"/>
              </a:ext>
            </a:extLst>
          </p:cNvPr>
          <p:cNvSpPr/>
          <p:nvPr/>
        </p:nvSpPr>
        <p:spPr>
          <a:xfrm flipV="1">
            <a:off x="11425560" y="-1"/>
            <a:ext cx="766439" cy="754603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다이아몬드 13">
            <a:extLst>
              <a:ext uri="{FF2B5EF4-FFF2-40B4-BE49-F238E27FC236}">
                <a16:creationId xmlns:a16="http://schemas.microsoft.com/office/drawing/2014/main" id="{57607593-AF11-AA9A-0DAE-3B0E4A4E331F}"/>
              </a:ext>
            </a:extLst>
          </p:cNvPr>
          <p:cNvSpPr/>
          <p:nvPr/>
        </p:nvSpPr>
        <p:spPr>
          <a:xfrm>
            <a:off x="11260115" y="586896"/>
            <a:ext cx="425805" cy="425805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1798BC3-CBA4-B6E4-ED11-48570FAD5A12}"/>
              </a:ext>
            </a:extLst>
          </p:cNvPr>
          <p:cNvSpPr/>
          <p:nvPr/>
        </p:nvSpPr>
        <p:spPr>
          <a:xfrm>
            <a:off x="0" y="0"/>
            <a:ext cx="1420427" cy="1030457"/>
          </a:xfrm>
          <a:custGeom>
            <a:avLst/>
            <a:gdLst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1420427 w 1420427"/>
              <a:gd name="connsiteY2" fmla="*/ 1029810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452761 w 1420427"/>
              <a:gd name="connsiteY2" fmla="*/ 1020932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30457"/>
              <a:gd name="connsiteX1" fmla="*/ 1420427 w 1420427"/>
              <a:gd name="connsiteY1" fmla="*/ 0 h 1030457"/>
              <a:gd name="connsiteX2" fmla="*/ 445618 w 1420427"/>
              <a:gd name="connsiteY2" fmla="*/ 1030457 h 1030457"/>
              <a:gd name="connsiteX3" fmla="*/ 0 w 1420427"/>
              <a:gd name="connsiteY3" fmla="*/ 1029810 h 1030457"/>
              <a:gd name="connsiteX4" fmla="*/ 0 w 1420427"/>
              <a:gd name="connsiteY4" fmla="*/ 0 h 1030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0427" h="1030457">
                <a:moveTo>
                  <a:pt x="0" y="0"/>
                </a:moveTo>
                <a:lnTo>
                  <a:pt x="1420427" y="0"/>
                </a:lnTo>
                <a:lnTo>
                  <a:pt x="445618" y="1030457"/>
                </a:lnTo>
                <a:lnTo>
                  <a:pt x="0" y="1029810"/>
                </a:lnTo>
                <a:lnTo>
                  <a:pt x="0" y="0"/>
                </a:lnTo>
                <a:close/>
              </a:path>
            </a:pathLst>
          </a:cu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각 삼각형 14">
            <a:extLst>
              <a:ext uri="{FF2B5EF4-FFF2-40B4-BE49-F238E27FC236}">
                <a16:creationId xmlns:a16="http://schemas.microsoft.com/office/drawing/2014/main" id="{959E0958-9E57-0420-5031-3CBF4545A894}"/>
              </a:ext>
            </a:extLst>
          </p:cNvPr>
          <p:cNvSpPr/>
          <p:nvPr/>
        </p:nvSpPr>
        <p:spPr>
          <a:xfrm flipV="1">
            <a:off x="0" y="-1"/>
            <a:ext cx="281179" cy="27520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E85FD23C-8FAA-7D9B-BCD2-8B59CBC8B9A0}"/>
              </a:ext>
            </a:extLst>
          </p:cNvPr>
          <p:cNvSpPr/>
          <p:nvPr/>
        </p:nvSpPr>
        <p:spPr>
          <a:xfrm flipH="1">
            <a:off x="11721914" y="6400800"/>
            <a:ext cx="470085" cy="4572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평행 사변형 17">
            <a:extLst>
              <a:ext uri="{FF2B5EF4-FFF2-40B4-BE49-F238E27FC236}">
                <a16:creationId xmlns:a16="http://schemas.microsoft.com/office/drawing/2014/main" id="{3B88AC85-CEA0-AAD6-67BC-BDE411189B02}"/>
              </a:ext>
            </a:extLst>
          </p:cNvPr>
          <p:cNvSpPr/>
          <p:nvPr/>
        </p:nvSpPr>
        <p:spPr>
          <a:xfrm>
            <a:off x="10347974" y="5708342"/>
            <a:ext cx="1299530" cy="1149658"/>
          </a:xfrm>
          <a:prstGeom prst="parallelogram">
            <a:avLst>
              <a:gd name="adj" fmla="val 99132"/>
            </a:avLst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평행 사변형 18">
            <a:extLst>
              <a:ext uri="{FF2B5EF4-FFF2-40B4-BE49-F238E27FC236}">
                <a16:creationId xmlns:a16="http://schemas.microsoft.com/office/drawing/2014/main" id="{334FBF10-B5BC-350F-A3CE-F632A9CD5517}"/>
              </a:ext>
            </a:extLst>
          </p:cNvPr>
          <p:cNvSpPr/>
          <p:nvPr/>
        </p:nvSpPr>
        <p:spPr>
          <a:xfrm>
            <a:off x="1065320" y="0"/>
            <a:ext cx="586410" cy="443883"/>
          </a:xfrm>
          <a:prstGeom prst="parallelogram">
            <a:avLst>
              <a:gd name="adj" fmla="val 99132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평행 사변형 19">
            <a:extLst>
              <a:ext uri="{FF2B5EF4-FFF2-40B4-BE49-F238E27FC236}">
                <a16:creationId xmlns:a16="http://schemas.microsoft.com/office/drawing/2014/main" id="{DFB52DF2-93AD-1256-EFE2-D22614BF0CD3}"/>
              </a:ext>
            </a:extLst>
          </p:cNvPr>
          <p:cNvSpPr/>
          <p:nvPr/>
        </p:nvSpPr>
        <p:spPr>
          <a:xfrm>
            <a:off x="1" y="644788"/>
            <a:ext cx="489410" cy="488687"/>
          </a:xfrm>
          <a:custGeom>
            <a:avLst/>
            <a:gdLst>
              <a:gd name="connsiteX0" fmla="*/ 0 w 613235"/>
              <a:gd name="connsiteY0" fmla="*/ 488687 h 488687"/>
              <a:gd name="connsiteX1" fmla="*/ 484445 w 613235"/>
              <a:gd name="connsiteY1" fmla="*/ 0 h 488687"/>
              <a:gd name="connsiteX2" fmla="*/ 613235 w 613235"/>
              <a:gd name="connsiteY2" fmla="*/ 0 h 488687"/>
              <a:gd name="connsiteX3" fmla="*/ 128790 w 613235"/>
              <a:gd name="connsiteY3" fmla="*/ 488687 h 488687"/>
              <a:gd name="connsiteX4" fmla="*/ 0 w 613235"/>
              <a:gd name="connsiteY4" fmla="*/ 488687 h 488687"/>
              <a:gd name="connsiteX0" fmla="*/ 0 w 487029"/>
              <a:gd name="connsiteY0" fmla="*/ 360100 h 488687"/>
              <a:gd name="connsiteX1" fmla="*/ 358239 w 487029"/>
              <a:gd name="connsiteY1" fmla="*/ 0 h 488687"/>
              <a:gd name="connsiteX2" fmla="*/ 487029 w 487029"/>
              <a:gd name="connsiteY2" fmla="*/ 0 h 488687"/>
              <a:gd name="connsiteX3" fmla="*/ 2584 w 487029"/>
              <a:gd name="connsiteY3" fmla="*/ 488687 h 488687"/>
              <a:gd name="connsiteX4" fmla="*/ 0 w 487029"/>
              <a:gd name="connsiteY4" fmla="*/ 360100 h 488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029" h="488687">
                <a:moveTo>
                  <a:pt x="0" y="360100"/>
                </a:moveTo>
                <a:lnTo>
                  <a:pt x="358239" y="0"/>
                </a:lnTo>
                <a:lnTo>
                  <a:pt x="487029" y="0"/>
                </a:lnTo>
                <a:lnTo>
                  <a:pt x="2584" y="488687"/>
                </a:lnTo>
                <a:cubicBezTo>
                  <a:pt x="1723" y="445825"/>
                  <a:pt x="861" y="402962"/>
                  <a:pt x="0" y="360100"/>
                </a:cubicBezTo>
                <a:close/>
              </a:path>
            </a:pathLst>
          </a:custGeom>
          <a:solidFill>
            <a:srgbClr val="B7EA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38154F-D635-96E1-1734-B93E106C96D8}"/>
              </a:ext>
            </a:extLst>
          </p:cNvPr>
          <p:cNvSpPr txBox="1"/>
          <p:nvPr/>
        </p:nvSpPr>
        <p:spPr>
          <a:xfrm>
            <a:off x="0" y="137603"/>
            <a:ext cx="9433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02</a:t>
            </a:r>
            <a:endParaRPr lang="ko-KR" altLang="en-US" sz="32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15F962-BA9E-1E20-5E08-CC2347D5E345}"/>
              </a:ext>
            </a:extLst>
          </p:cNvPr>
          <p:cNvSpPr txBox="1"/>
          <p:nvPr/>
        </p:nvSpPr>
        <p:spPr>
          <a:xfrm>
            <a:off x="1420427" y="142041"/>
            <a:ext cx="45341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pass </a:t>
            </a:r>
            <a:r>
              <a:rPr lang="ko-KR" altLang="en-US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키워드</a:t>
            </a:r>
          </a:p>
        </p:txBody>
      </p:sp>
      <p:sp>
        <p:nvSpPr>
          <p:cNvPr id="4" name="다이아몬드 3">
            <a:extLst>
              <a:ext uri="{FF2B5EF4-FFF2-40B4-BE49-F238E27FC236}">
                <a16:creationId xmlns:a16="http://schemas.microsoft.com/office/drawing/2014/main" id="{8E0444CF-F89C-0043-2E6F-547A48D991DD}"/>
              </a:ext>
            </a:extLst>
          </p:cNvPr>
          <p:cNvSpPr/>
          <p:nvPr/>
        </p:nvSpPr>
        <p:spPr>
          <a:xfrm>
            <a:off x="574027" y="1249399"/>
            <a:ext cx="369331" cy="369331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9BFEF8-B2FD-826E-C92D-8E5C3EC34842}"/>
              </a:ext>
            </a:extLst>
          </p:cNvPr>
          <p:cNvSpPr txBox="1"/>
          <p:nvPr/>
        </p:nvSpPr>
        <p:spPr>
          <a:xfrm>
            <a:off x="943358" y="1141676"/>
            <a:ext cx="62209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pass</a:t>
            </a:r>
            <a:endParaRPr lang="ko-KR" altLang="en-US" sz="3200" dirty="0">
              <a:solidFill>
                <a:srgbClr val="51B8B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36C5CB7-7BF1-57B3-42C3-5CA483F9D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06" y="6522064"/>
            <a:ext cx="1299531" cy="214672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527E5FAF-EC24-EF1A-8262-397E86BB93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3037" y="2713345"/>
            <a:ext cx="9305925" cy="222885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5A97667-219C-D34B-6CBE-B4DA00F7762F}"/>
              </a:ext>
            </a:extLst>
          </p:cNvPr>
          <p:cNvSpPr txBox="1"/>
          <p:nvPr/>
        </p:nvSpPr>
        <p:spPr>
          <a:xfrm>
            <a:off x="954833" y="1764891"/>
            <a:ext cx="103052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형태만 만들어 두고 나중에 수정하고 싶을 때</a:t>
            </a:r>
            <a:r>
              <a:rPr lang="en-US" altLang="ko-KR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사용</a:t>
            </a:r>
            <a:endParaRPr lang="en-US" altLang="ko-KR" sz="2800" dirty="0">
              <a:solidFill>
                <a:schemeClr val="tx1">
                  <a:lumMod val="85000"/>
                  <a:lumOff val="1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48514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47F9A-E768-B70F-2A54-F90841A71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각 삼각형 16">
            <a:extLst>
              <a:ext uri="{FF2B5EF4-FFF2-40B4-BE49-F238E27FC236}">
                <a16:creationId xmlns:a16="http://schemas.microsoft.com/office/drawing/2014/main" id="{EDA06BC3-D426-6408-C268-336677C44841}"/>
              </a:ext>
            </a:extLst>
          </p:cNvPr>
          <p:cNvSpPr/>
          <p:nvPr/>
        </p:nvSpPr>
        <p:spPr>
          <a:xfrm flipH="1">
            <a:off x="10626570" y="5335480"/>
            <a:ext cx="1565429" cy="1522520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468A92EB-D0BD-FA00-7FE7-7CA149302B22}"/>
              </a:ext>
            </a:extLst>
          </p:cNvPr>
          <p:cNvSpPr/>
          <p:nvPr/>
        </p:nvSpPr>
        <p:spPr>
          <a:xfrm>
            <a:off x="346229" y="0"/>
            <a:ext cx="11274641" cy="754603"/>
          </a:xfrm>
          <a:prstGeom prst="parallelogram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각 삼각형 12">
            <a:extLst>
              <a:ext uri="{FF2B5EF4-FFF2-40B4-BE49-F238E27FC236}">
                <a16:creationId xmlns:a16="http://schemas.microsoft.com/office/drawing/2014/main" id="{E6F8F4F4-532A-48EB-7A77-2D20170833A6}"/>
              </a:ext>
            </a:extLst>
          </p:cNvPr>
          <p:cNvSpPr/>
          <p:nvPr/>
        </p:nvSpPr>
        <p:spPr>
          <a:xfrm flipV="1">
            <a:off x="11425560" y="-1"/>
            <a:ext cx="766439" cy="754603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다이아몬드 13">
            <a:extLst>
              <a:ext uri="{FF2B5EF4-FFF2-40B4-BE49-F238E27FC236}">
                <a16:creationId xmlns:a16="http://schemas.microsoft.com/office/drawing/2014/main" id="{E7FCFF00-0881-3244-C1F1-307A47124688}"/>
              </a:ext>
            </a:extLst>
          </p:cNvPr>
          <p:cNvSpPr/>
          <p:nvPr/>
        </p:nvSpPr>
        <p:spPr>
          <a:xfrm>
            <a:off x="11260115" y="586896"/>
            <a:ext cx="425805" cy="425805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77D369-8B0A-E3DA-BB42-21D4F8D26B8A}"/>
              </a:ext>
            </a:extLst>
          </p:cNvPr>
          <p:cNvSpPr/>
          <p:nvPr/>
        </p:nvSpPr>
        <p:spPr>
          <a:xfrm>
            <a:off x="0" y="0"/>
            <a:ext cx="1420427" cy="1030457"/>
          </a:xfrm>
          <a:custGeom>
            <a:avLst/>
            <a:gdLst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1420427 w 1420427"/>
              <a:gd name="connsiteY2" fmla="*/ 1029810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452761 w 1420427"/>
              <a:gd name="connsiteY2" fmla="*/ 1020932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30457"/>
              <a:gd name="connsiteX1" fmla="*/ 1420427 w 1420427"/>
              <a:gd name="connsiteY1" fmla="*/ 0 h 1030457"/>
              <a:gd name="connsiteX2" fmla="*/ 445618 w 1420427"/>
              <a:gd name="connsiteY2" fmla="*/ 1030457 h 1030457"/>
              <a:gd name="connsiteX3" fmla="*/ 0 w 1420427"/>
              <a:gd name="connsiteY3" fmla="*/ 1029810 h 1030457"/>
              <a:gd name="connsiteX4" fmla="*/ 0 w 1420427"/>
              <a:gd name="connsiteY4" fmla="*/ 0 h 1030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0427" h="1030457">
                <a:moveTo>
                  <a:pt x="0" y="0"/>
                </a:moveTo>
                <a:lnTo>
                  <a:pt x="1420427" y="0"/>
                </a:lnTo>
                <a:lnTo>
                  <a:pt x="445618" y="1030457"/>
                </a:lnTo>
                <a:lnTo>
                  <a:pt x="0" y="1029810"/>
                </a:lnTo>
                <a:lnTo>
                  <a:pt x="0" y="0"/>
                </a:lnTo>
                <a:close/>
              </a:path>
            </a:pathLst>
          </a:cu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각 삼각형 14">
            <a:extLst>
              <a:ext uri="{FF2B5EF4-FFF2-40B4-BE49-F238E27FC236}">
                <a16:creationId xmlns:a16="http://schemas.microsoft.com/office/drawing/2014/main" id="{3DBE5E60-60E5-377A-4712-0D603FBFF5C9}"/>
              </a:ext>
            </a:extLst>
          </p:cNvPr>
          <p:cNvSpPr/>
          <p:nvPr/>
        </p:nvSpPr>
        <p:spPr>
          <a:xfrm flipV="1">
            <a:off x="0" y="-1"/>
            <a:ext cx="281179" cy="27520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72D4E4F7-3514-6B8E-D81E-A1D2ABE1A72F}"/>
              </a:ext>
            </a:extLst>
          </p:cNvPr>
          <p:cNvSpPr/>
          <p:nvPr/>
        </p:nvSpPr>
        <p:spPr>
          <a:xfrm flipH="1">
            <a:off x="11721914" y="6400800"/>
            <a:ext cx="470085" cy="4572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평행 사변형 17">
            <a:extLst>
              <a:ext uri="{FF2B5EF4-FFF2-40B4-BE49-F238E27FC236}">
                <a16:creationId xmlns:a16="http://schemas.microsoft.com/office/drawing/2014/main" id="{3DE54F0F-CEAA-7E70-359A-751BFF46884A}"/>
              </a:ext>
            </a:extLst>
          </p:cNvPr>
          <p:cNvSpPr/>
          <p:nvPr/>
        </p:nvSpPr>
        <p:spPr>
          <a:xfrm>
            <a:off x="10347974" y="5708342"/>
            <a:ext cx="1299530" cy="1149658"/>
          </a:xfrm>
          <a:prstGeom prst="parallelogram">
            <a:avLst>
              <a:gd name="adj" fmla="val 99132"/>
            </a:avLst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평행 사변형 18">
            <a:extLst>
              <a:ext uri="{FF2B5EF4-FFF2-40B4-BE49-F238E27FC236}">
                <a16:creationId xmlns:a16="http://schemas.microsoft.com/office/drawing/2014/main" id="{3C58D825-6545-1EA6-B649-0A50BDDB6FCD}"/>
              </a:ext>
            </a:extLst>
          </p:cNvPr>
          <p:cNvSpPr/>
          <p:nvPr/>
        </p:nvSpPr>
        <p:spPr>
          <a:xfrm>
            <a:off x="1065320" y="0"/>
            <a:ext cx="586410" cy="443883"/>
          </a:xfrm>
          <a:prstGeom prst="parallelogram">
            <a:avLst>
              <a:gd name="adj" fmla="val 99132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평행 사변형 19">
            <a:extLst>
              <a:ext uri="{FF2B5EF4-FFF2-40B4-BE49-F238E27FC236}">
                <a16:creationId xmlns:a16="http://schemas.microsoft.com/office/drawing/2014/main" id="{70C94F4D-BE6D-91BC-E539-AF002DE33808}"/>
              </a:ext>
            </a:extLst>
          </p:cNvPr>
          <p:cNvSpPr/>
          <p:nvPr/>
        </p:nvSpPr>
        <p:spPr>
          <a:xfrm>
            <a:off x="1" y="644788"/>
            <a:ext cx="489410" cy="488687"/>
          </a:xfrm>
          <a:custGeom>
            <a:avLst/>
            <a:gdLst>
              <a:gd name="connsiteX0" fmla="*/ 0 w 613235"/>
              <a:gd name="connsiteY0" fmla="*/ 488687 h 488687"/>
              <a:gd name="connsiteX1" fmla="*/ 484445 w 613235"/>
              <a:gd name="connsiteY1" fmla="*/ 0 h 488687"/>
              <a:gd name="connsiteX2" fmla="*/ 613235 w 613235"/>
              <a:gd name="connsiteY2" fmla="*/ 0 h 488687"/>
              <a:gd name="connsiteX3" fmla="*/ 128790 w 613235"/>
              <a:gd name="connsiteY3" fmla="*/ 488687 h 488687"/>
              <a:gd name="connsiteX4" fmla="*/ 0 w 613235"/>
              <a:gd name="connsiteY4" fmla="*/ 488687 h 488687"/>
              <a:gd name="connsiteX0" fmla="*/ 0 w 487029"/>
              <a:gd name="connsiteY0" fmla="*/ 360100 h 488687"/>
              <a:gd name="connsiteX1" fmla="*/ 358239 w 487029"/>
              <a:gd name="connsiteY1" fmla="*/ 0 h 488687"/>
              <a:gd name="connsiteX2" fmla="*/ 487029 w 487029"/>
              <a:gd name="connsiteY2" fmla="*/ 0 h 488687"/>
              <a:gd name="connsiteX3" fmla="*/ 2584 w 487029"/>
              <a:gd name="connsiteY3" fmla="*/ 488687 h 488687"/>
              <a:gd name="connsiteX4" fmla="*/ 0 w 487029"/>
              <a:gd name="connsiteY4" fmla="*/ 360100 h 488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029" h="488687">
                <a:moveTo>
                  <a:pt x="0" y="360100"/>
                </a:moveTo>
                <a:lnTo>
                  <a:pt x="358239" y="0"/>
                </a:lnTo>
                <a:lnTo>
                  <a:pt x="487029" y="0"/>
                </a:lnTo>
                <a:lnTo>
                  <a:pt x="2584" y="488687"/>
                </a:lnTo>
                <a:cubicBezTo>
                  <a:pt x="1723" y="445825"/>
                  <a:pt x="861" y="402962"/>
                  <a:pt x="0" y="360100"/>
                </a:cubicBezTo>
                <a:close/>
              </a:path>
            </a:pathLst>
          </a:custGeom>
          <a:solidFill>
            <a:srgbClr val="B7EA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E355A1-F20B-E00A-0A4D-1840083F123E}"/>
              </a:ext>
            </a:extLst>
          </p:cNvPr>
          <p:cNvSpPr txBox="1"/>
          <p:nvPr/>
        </p:nvSpPr>
        <p:spPr>
          <a:xfrm>
            <a:off x="0" y="137603"/>
            <a:ext cx="9433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02</a:t>
            </a:r>
            <a:endParaRPr lang="ko-KR" altLang="en-US" sz="32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989DED-DB45-9872-7D88-C82C1A326FE2}"/>
              </a:ext>
            </a:extLst>
          </p:cNvPr>
          <p:cNvSpPr txBox="1"/>
          <p:nvPr/>
        </p:nvSpPr>
        <p:spPr>
          <a:xfrm>
            <a:off x="1420427" y="142041"/>
            <a:ext cx="45341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pass </a:t>
            </a:r>
            <a:r>
              <a:rPr lang="ko-KR" altLang="en-US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키워드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A1FB779-8A82-611C-4AE2-D8D6D3C56E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06" y="6522064"/>
            <a:ext cx="1299531" cy="21467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7A2EB68-8132-6B20-D323-113F95FB7B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0427" y="1220244"/>
            <a:ext cx="9324975" cy="499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018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AA207-1EEE-CF86-75DD-818DF0062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각 삼각형 24">
            <a:extLst>
              <a:ext uri="{FF2B5EF4-FFF2-40B4-BE49-F238E27FC236}">
                <a16:creationId xmlns:a16="http://schemas.microsoft.com/office/drawing/2014/main" id="{D7577868-15AD-F614-F642-B4ADFDDE71CC}"/>
              </a:ext>
            </a:extLst>
          </p:cNvPr>
          <p:cNvSpPr/>
          <p:nvPr/>
        </p:nvSpPr>
        <p:spPr>
          <a:xfrm>
            <a:off x="-1" y="6077527"/>
            <a:ext cx="760522" cy="780473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C3C2851-BFE6-F73A-AB0A-C5F76D697C95}"/>
              </a:ext>
            </a:extLst>
          </p:cNvPr>
          <p:cNvSpPr/>
          <p:nvPr/>
        </p:nvSpPr>
        <p:spPr>
          <a:xfrm>
            <a:off x="391357" y="210845"/>
            <a:ext cx="11409286" cy="6436310"/>
          </a:xfrm>
          <a:prstGeom prst="roundRect">
            <a:avLst>
              <a:gd name="adj" fmla="val 10046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A160B52-3951-FE11-4B73-9E0D2CAF1552}"/>
              </a:ext>
            </a:extLst>
          </p:cNvPr>
          <p:cNvSpPr/>
          <p:nvPr/>
        </p:nvSpPr>
        <p:spPr>
          <a:xfrm>
            <a:off x="537839" y="326254"/>
            <a:ext cx="11116322" cy="6205491"/>
          </a:xfrm>
          <a:prstGeom prst="roundRect">
            <a:avLst>
              <a:gd name="adj" fmla="val 91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98478E-0638-488A-F9B9-EC3373ACD18B}"/>
              </a:ext>
            </a:extLst>
          </p:cNvPr>
          <p:cNvSpPr txBox="1"/>
          <p:nvPr/>
        </p:nvSpPr>
        <p:spPr>
          <a:xfrm>
            <a:off x="4001565" y="2305614"/>
            <a:ext cx="41888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solidFill>
                  <a:schemeClr val="accent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02</a:t>
            </a:r>
            <a:endParaRPr lang="ko-KR" altLang="en-US" sz="4000" dirty="0">
              <a:solidFill>
                <a:schemeClr val="accent2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06F252-A388-BA89-A9D8-43E36BB06E9E}"/>
              </a:ext>
            </a:extLst>
          </p:cNvPr>
          <p:cNvSpPr txBox="1"/>
          <p:nvPr/>
        </p:nvSpPr>
        <p:spPr>
          <a:xfrm>
            <a:off x="2607771" y="3013500"/>
            <a:ext cx="69764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8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함수 활용</a:t>
            </a:r>
          </a:p>
        </p:txBody>
      </p:sp>
    </p:spTree>
    <p:extLst>
      <p:ext uri="{BB962C8B-B14F-4D97-AF65-F5344CB8AC3E}">
        <p14:creationId xmlns:p14="http://schemas.microsoft.com/office/powerpoint/2010/main" val="15626167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66577-6CE0-FEB7-5168-CBAB47884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각 삼각형 16">
            <a:extLst>
              <a:ext uri="{FF2B5EF4-FFF2-40B4-BE49-F238E27FC236}">
                <a16:creationId xmlns:a16="http://schemas.microsoft.com/office/drawing/2014/main" id="{81636525-772A-A288-5F83-A5D57CB26FEC}"/>
              </a:ext>
            </a:extLst>
          </p:cNvPr>
          <p:cNvSpPr/>
          <p:nvPr/>
        </p:nvSpPr>
        <p:spPr>
          <a:xfrm flipH="1">
            <a:off x="10626570" y="5335480"/>
            <a:ext cx="1565429" cy="1522520"/>
          </a:xfrm>
          <a:prstGeom prst="rtTriangle">
            <a:avLst/>
          </a:prstGeom>
          <a:solidFill>
            <a:srgbClr val="FFFA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BEEFBD03-54F6-3AA3-B2CB-0A8E58F75D35}"/>
              </a:ext>
            </a:extLst>
          </p:cNvPr>
          <p:cNvSpPr/>
          <p:nvPr/>
        </p:nvSpPr>
        <p:spPr>
          <a:xfrm>
            <a:off x="346229" y="0"/>
            <a:ext cx="11274641" cy="754603"/>
          </a:xfrm>
          <a:prstGeom prst="parallelogram">
            <a:avLst/>
          </a:prstGeom>
          <a:solidFill>
            <a:srgbClr val="FFFA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각 삼각형 12">
            <a:extLst>
              <a:ext uri="{FF2B5EF4-FFF2-40B4-BE49-F238E27FC236}">
                <a16:creationId xmlns:a16="http://schemas.microsoft.com/office/drawing/2014/main" id="{E2B28C1A-27CE-EEFC-D912-52140F93ED4F}"/>
              </a:ext>
            </a:extLst>
          </p:cNvPr>
          <p:cNvSpPr/>
          <p:nvPr/>
        </p:nvSpPr>
        <p:spPr>
          <a:xfrm flipV="1">
            <a:off x="11425560" y="-1"/>
            <a:ext cx="766439" cy="754603"/>
          </a:xfrm>
          <a:prstGeom prst="rtTriangle">
            <a:avLst/>
          </a:prstGeom>
          <a:solidFill>
            <a:srgbClr val="FFFA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다이아몬드 13">
            <a:extLst>
              <a:ext uri="{FF2B5EF4-FFF2-40B4-BE49-F238E27FC236}">
                <a16:creationId xmlns:a16="http://schemas.microsoft.com/office/drawing/2014/main" id="{73E709F2-828E-A49D-B70B-614558BF24EC}"/>
              </a:ext>
            </a:extLst>
          </p:cNvPr>
          <p:cNvSpPr/>
          <p:nvPr/>
        </p:nvSpPr>
        <p:spPr>
          <a:xfrm>
            <a:off x="11260115" y="586896"/>
            <a:ext cx="425805" cy="425805"/>
          </a:xfrm>
          <a:prstGeom prst="diamond">
            <a:avLst/>
          </a:prstGeom>
          <a:solidFill>
            <a:srgbClr val="73D7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AA276E6-1820-57EE-3041-499D9D4E0A90}"/>
              </a:ext>
            </a:extLst>
          </p:cNvPr>
          <p:cNvSpPr/>
          <p:nvPr/>
        </p:nvSpPr>
        <p:spPr>
          <a:xfrm>
            <a:off x="0" y="0"/>
            <a:ext cx="1420427" cy="1030457"/>
          </a:xfrm>
          <a:custGeom>
            <a:avLst/>
            <a:gdLst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1420427 w 1420427"/>
              <a:gd name="connsiteY2" fmla="*/ 1029810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452761 w 1420427"/>
              <a:gd name="connsiteY2" fmla="*/ 1020932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30457"/>
              <a:gd name="connsiteX1" fmla="*/ 1420427 w 1420427"/>
              <a:gd name="connsiteY1" fmla="*/ 0 h 1030457"/>
              <a:gd name="connsiteX2" fmla="*/ 445618 w 1420427"/>
              <a:gd name="connsiteY2" fmla="*/ 1030457 h 1030457"/>
              <a:gd name="connsiteX3" fmla="*/ 0 w 1420427"/>
              <a:gd name="connsiteY3" fmla="*/ 1029810 h 1030457"/>
              <a:gd name="connsiteX4" fmla="*/ 0 w 1420427"/>
              <a:gd name="connsiteY4" fmla="*/ 0 h 1030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0427" h="1030457">
                <a:moveTo>
                  <a:pt x="0" y="0"/>
                </a:moveTo>
                <a:lnTo>
                  <a:pt x="1420427" y="0"/>
                </a:lnTo>
                <a:lnTo>
                  <a:pt x="445618" y="1030457"/>
                </a:lnTo>
                <a:lnTo>
                  <a:pt x="0" y="102981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각 삼각형 14">
            <a:extLst>
              <a:ext uri="{FF2B5EF4-FFF2-40B4-BE49-F238E27FC236}">
                <a16:creationId xmlns:a16="http://schemas.microsoft.com/office/drawing/2014/main" id="{0359AD2E-098F-F715-B93A-CBCFC9C188D0}"/>
              </a:ext>
            </a:extLst>
          </p:cNvPr>
          <p:cNvSpPr/>
          <p:nvPr/>
        </p:nvSpPr>
        <p:spPr>
          <a:xfrm flipV="1">
            <a:off x="0" y="-1"/>
            <a:ext cx="281179" cy="27520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86D9C72E-7FE3-8B30-B0C6-3459F7A0C83A}"/>
              </a:ext>
            </a:extLst>
          </p:cNvPr>
          <p:cNvSpPr/>
          <p:nvPr/>
        </p:nvSpPr>
        <p:spPr>
          <a:xfrm flipH="1">
            <a:off x="11721914" y="6400800"/>
            <a:ext cx="470085" cy="4572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평행 사변형 17">
            <a:extLst>
              <a:ext uri="{FF2B5EF4-FFF2-40B4-BE49-F238E27FC236}">
                <a16:creationId xmlns:a16="http://schemas.microsoft.com/office/drawing/2014/main" id="{B9A48EE2-BBF7-1233-D1A7-67A70EDD9FAF}"/>
              </a:ext>
            </a:extLst>
          </p:cNvPr>
          <p:cNvSpPr/>
          <p:nvPr/>
        </p:nvSpPr>
        <p:spPr>
          <a:xfrm>
            <a:off x="10347974" y="5708342"/>
            <a:ext cx="1299530" cy="1149658"/>
          </a:xfrm>
          <a:prstGeom prst="parallelogram">
            <a:avLst>
              <a:gd name="adj" fmla="val 99132"/>
            </a:avLst>
          </a:prstGeom>
          <a:solidFill>
            <a:srgbClr val="73D7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평행 사변형 18">
            <a:extLst>
              <a:ext uri="{FF2B5EF4-FFF2-40B4-BE49-F238E27FC236}">
                <a16:creationId xmlns:a16="http://schemas.microsoft.com/office/drawing/2014/main" id="{E44F9239-BD6E-E49A-1BD8-FB36EFC18949}"/>
              </a:ext>
            </a:extLst>
          </p:cNvPr>
          <p:cNvSpPr/>
          <p:nvPr/>
        </p:nvSpPr>
        <p:spPr>
          <a:xfrm>
            <a:off x="1065320" y="0"/>
            <a:ext cx="586410" cy="443883"/>
          </a:xfrm>
          <a:prstGeom prst="parallelogram">
            <a:avLst>
              <a:gd name="adj" fmla="val 99132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평행 사변형 19">
            <a:extLst>
              <a:ext uri="{FF2B5EF4-FFF2-40B4-BE49-F238E27FC236}">
                <a16:creationId xmlns:a16="http://schemas.microsoft.com/office/drawing/2014/main" id="{ACFD2439-3D94-724D-679D-47FB5F8207D3}"/>
              </a:ext>
            </a:extLst>
          </p:cNvPr>
          <p:cNvSpPr/>
          <p:nvPr/>
        </p:nvSpPr>
        <p:spPr>
          <a:xfrm>
            <a:off x="1" y="644788"/>
            <a:ext cx="489410" cy="488687"/>
          </a:xfrm>
          <a:custGeom>
            <a:avLst/>
            <a:gdLst>
              <a:gd name="connsiteX0" fmla="*/ 0 w 613235"/>
              <a:gd name="connsiteY0" fmla="*/ 488687 h 488687"/>
              <a:gd name="connsiteX1" fmla="*/ 484445 w 613235"/>
              <a:gd name="connsiteY1" fmla="*/ 0 h 488687"/>
              <a:gd name="connsiteX2" fmla="*/ 613235 w 613235"/>
              <a:gd name="connsiteY2" fmla="*/ 0 h 488687"/>
              <a:gd name="connsiteX3" fmla="*/ 128790 w 613235"/>
              <a:gd name="connsiteY3" fmla="*/ 488687 h 488687"/>
              <a:gd name="connsiteX4" fmla="*/ 0 w 613235"/>
              <a:gd name="connsiteY4" fmla="*/ 488687 h 488687"/>
              <a:gd name="connsiteX0" fmla="*/ 0 w 487029"/>
              <a:gd name="connsiteY0" fmla="*/ 360100 h 488687"/>
              <a:gd name="connsiteX1" fmla="*/ 358239 w 487029"/>
              <a:gd name="connsiteY1" fmla="*/ 0 h 488687"/>
              <a:gd name="connsiteX2" fmla="*/ 487029 w 487029"/>
              <a:gd name="connsiteY2" fmla="*/ 0 h 488687"/>
              <a:gd name="connsiteX3" fmla="*/ 2584 w 487029"/>
              <a:gd name="connsiteY3" fmla="*/ 488687 h 488687"/>
              <a:gd name="connsiteX4" fmla="*/ 0 w 487029"/>
              <a:gd name="connsiteY4" fmla="*/ 360100 h 488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029" h="488687">
                <a:moveTo>
                  <a:pt x="0" y="360100"/>
                </a:moveTo>
                <a:lnTo>
                  <a:pt x="358239" y="0"/>
                </a:lnTo>
                <a:lnTo>
                  <a:pt x="487029" y="0"/>
                </a:lnTo>
                <a:lnTo>
                  <a:pt x="2584" y="488687"/>
                </a:lnTo>
                <a:cubicBezTo>
                  <a:pt x="1723" y="445825"/>
                  <a:pt x="861" y="402962"/>
                  <a:pt x="0" y="360100"/>
                </a:cubicBezTo>
                <a:close/>
              </a:path>
            </a:pathLst>
          </a:custGeom>
          <a:solidFill>
            <a:srgbClr val="73D7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1FC8C9-5FF2-56FC-3434-6E972123FB14}"/>
              </a:ext>
            </a:extLst>
          </p:cNvPr>
          <p:cNvSpPr txBox="1"/>
          <p:nvPr/>
        </p:nvSpPr>
        <p:spPr>
          <a:xfrm>
            <a:off x="1358524" y="151495"/>
            <a:ext cx="69975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LAB: </a:t>
            </a:r>
            <a:r>
              <a:rPr lang="ko-KR" altLang="en-US" sz="3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랜덤 숫자 선택하기 </a:t>
            </a:r>
            <a:r>
              <a:rPr lang="en-US" altLang="ko-KR" sz="3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</a:t>
            </a:r>
            <a:endParaRPr lang="ko-KR" altLang="en-US" sz="3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3FBCCBC-F448-4B7C-1490-F119E498D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06" y="6522064"/>
            <a:ext cx="1299531" cy="214672"/>
          </a:xfrm>
          <a:prstGeom prst="rect">
            <a:avLst/>
          </a:prstGeom>
        </p:spPr>
      </p:pic>
      <p:sp>
        <p:nvSpPr>
          <p:cNvPr id="2" name="다이아몬드 1">
            <a:extLst>
              <a:ext uri="{FF2B5EF4-FFF2-40B4-BE49-F238E27FC236}">
                <a16:creationId xmlns:a16="http://schemas.microsoft.com/office/drawing/2014/main" id="{19C519E9-20B1-B8D2-FF52-73B486234361}"/>
              </a:ext>
            </a:extLst>
          </p:cNvPr>
          <p:cNvSpPr/>
          <p:nvPr/>
        </p:nvSpPr>
        <p:spPr>
          <a:xfrm>
            <a:off x="666750" y="1000793"/>
            <a:ext cx="369331" cy="369331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04B8EF-9D03-CEFE-5F89-2ACA20C99A49}"/>
              </a:ext>
            </a:extLst>
          </p:cNvPr>
          <p:cNvSpPr txBox="1"/>
          <p:nvPr/>
        </p:nvSpPr>
        <p:spPr>
          <a:xfrm>
            <a:off x="1036081" y="893070"/>
            <a:ext cx="62209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rgbClr val="51B8B0"/>
                </a:solidFill>
                <a:highlight>
                  <a:srgbClr val="FFFF00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Problem (LAB 8.2.1)</a:t>
            </a:r>
            <a:endParaRPr lang="ko-KR" altLang="en-US" sz="3200" dirty="0">
              <a:solidFill>
                <a:srgbClr val="51B8B0"/>
              </a:solidFill>
              <a:highlight>
                <a:srgbClr val="FFFF00"/>
              </a:highlight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D1C570-5B39-9ADA-BC3C-2CD2CADFC208}"/>
              </a:ext>
            </a:extLst>
          </p:cNvPr>
          <p:cNvSpPr txBox="1"/>
          <p:nvPr/>
        </p:nvSpPr>
        <p:spPr>
          <a:xfrm>
            <a:off x="1036081" y="1599597"/>
            <a:ext cx="1030528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- 1~45 </a:t>
            </a:r>
            <a:r>
              <a:rPr lang="ko-KR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정수 중에서 무작위로 </a:t>
            </a:r>
            <a:r>
              <a:rPr lang="en-US" altLang="ko-KR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6</a:t>
            </a:r>
            <a:r>
              <a:rPr lang="ko-KR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개를 선택해서 리스트로 저장하는 함수를 만들어보자</a:t>
            </a:r>
            <a:r>
              <a:rPr lang="en-US" altLang="ko-KR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</p:txBody>
      </p:sp>
      <p:sp>
        <p:nvSpPr>
          <p:cNvPr id="10" name="모서리가 둥근 직사각형 3">
            <a:extLst>
              <a:ext uri="{FF2B5EF4-FFF2-40B4-BE49-F238E27FC236}">
                <a16:creationId xmlns:a16="http://schemas.microsoft.com/office/drawing/2014/main" id="{879B3C86-F09B-590F-2D34-19D74771FD15}"/>
              </a:ext>
            </a:extLst>
          </p:cNvPr>
          <p:cNvSpPr/>
          <p:nvPr/>
        </p:nvSpPr>
        <p:spPr>
          <a:xfrm>
            <a:off x="1740506" y="3015084"/>
            <a:ext cx="8886064" cy="1287532"/>
          </a:xfrm>
          <a:prstGeom prst="roundRect">
            <a:avLst>
              <a:gd name="adj" fmla="val 9910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36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import random</a:t>
            </a:r>
          </a:p>
          <a:p>
            <a:r>
              <a:rPr lang="en-US" altLang="ko-KR" sz="36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a = </a:t>
            </a:r>
            <a:r>
              <a:rPr lang="en-US" altLang="ko-KR" sz="3600" dirty="0" err="1">
                <a:solidFill>
                  <a:schemeClr val="tx1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</a:rPr>
              <a:t>random.randint</a:t>
            </a:r>
            <a:r>
              <a:rPr lang="en-US" altLang="ko-KR" sz="36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(1, 45)</a:t>
            </a:r>
          </a:p>
        </p:txBody>
      </p:sp>
      <p:sp>
        <p:nvSpPr>
          <p:cNvPr id="7" name="모서리가 둥근 직사각형 3">
            <a:extLst>
              <a:ext uri="{FF2B5EF4-FFF2-40B4-BE49-F238E27FC236}">
                <a16:creationId xmlns:a16="http://schemas.microsoft.com/office/drawing/2014/main" id="{1D88E768-1BA8-C356-5D87-B1513C0B5FEA}"/>
              </a:ext>
            </a:extLst>
          </p:cNvPr>
          <p:cNvSpPr/>
          <p:nvPr/>
        </p:nvSpPr>
        <p:spPr>
          <a:xfrm>
            <a:off x="1740506" y="4691714"/>
            <a:ext cx="8886064" cy="1287532"/>
          </a:xfrm>
          <a:prstGeom prst="roundRect">
            <a:avLst>
              <a:gd name="adj" fmla="val 9910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36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mylist</a:t>
            </a:r>
            <a:r>
              <a:rPr lang="en-US" altLang="ko-KR" sz="36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=[]</a:t>
            </a:r>
          </a:p>
          <a:p>
            <a:r>
              <a:rPr lang="en-US" altLang="ko-KR" sz="36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mylist</a:t>
            </a:r>
            <a:r>
              <a:rPr lang="en-US" altLang="ko-KR" sz="3600" dirty="0" err="1">
                <a:solidFill>
                  <a:schemeClr val="tx1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</a:rPr>
              <a:t>.append</a:t>
            </a:r>
            <a:r>
              <a:rPr lang="en-US" altLang="ko-KR" sz="36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(a)</a:t>
            </a:r>
          </a:p>
        </p:txBody>
      </p:sp>
    </p:spTree>
    <p:extLst>
      <p:ext uri="{BB962C8B-B14F-4D97-AF65-F5344CB8AC3E}">
        <p14:creationId xmlns:p14="http://schemas.microsoft.com/office/powerpoint/2010/main" val="3590354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EF693-3943-5A7C-81B9-70147DE13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각 삼각형 16">
            <a:extLst>
              <a:ext uri="{FF2B5EF4-FFF2-40B4-BE49-F238E27FC236}">
                <a16:creationId xmlns:a16="http://schemas.microsoft.com/office/drawing/2014/main" id="{C87EE210-2158-BCA6-4FEB-EDE060066052}"/>
              </a:ext>
            </a:extLst>
          </p:cNvPr>
          <p:cNvSpPr/>
          <p:nvPr/>
        </p:nvSpPr>
        <p:spPr>
          <a:xfrm flipH="1">
            <a:off x="10626570" y="5335480"/>
            <a:ext cx="1565429" cy="1522520"/>
          </a:xfrm>
          <a:prstGeom prst="rtTriangle">
            <a:avLst/>
          </a:prstGeom>
          <a:solidFill>
            <a:srgbClr val="FFFA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0A4F1DCA-83E7-B2EA-5196-56976EAEBF0F}"/>
              </a:ext>
            </a:extLst>
          </p:cNvPr>
          <p:cNvSpPr/>
          <p:nvPr/>
        </p:nvSpPr>
        <p:spPr>
          <a:xfrm>
            <a:off x="346229" y="0"/>
            <a:ext cx="11274641" cy="754603"/>
          </a:xfrm>
          <a:prstGeom prst="parallelogram">
            <a:avLst/>
          </a:prstGeom>
          <a:solidFill>
            <a:srgbClr val="FFFA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각 삼각형 12">
            <a:extLst>
              <a:ext uri="{FF2B5EF4-FFF2-40B4-BE49-F238E27FC236}">
                <a16:creationId xmlns:a16="http://schemas.microsoft.com/office/drawing/2014/main" id="{10B15540-75AD-D6B9-46CD-ABCB639E94E1}"/>
              </a:ext>
            </a:extLst>
          </p:cNvPr>
          <p:cNvSpPr/>
          <p:nvPr/>
        </p:nvSpPr>
        <p:spPr>
          <a:xfrm flipV="1">
            <a:off x="11425560" y="-1"/>
            <a:ext cx="766439" cy="754603"/>
          </a:xfrm>
          <a:prstGeom prst="rtTriangle">
            <a:avLst/>
          </a:prstGeom>
          <a:solidFill>
            <a:srgbClr val="FFFA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다이아몬드 13">
            <a:extLst>
              <a:ext uri="{FF2B5EF4-FFF2-40B4-BE49-F238E27FC236}">
                <a16:creationId xmlns:a16="http://schemas.microsoft.com/office/drawing/2014/main" id="{2E53AE55-2726-680D-EEFC-A44A855CFF5A}"/>
              </a:ext>
            </a:extLst>
          </p:cNvPr>
          <p:cNvSpPr/>
          <p:nvPr/>
        </p:nvSpPr>
        <p:spPr>
          <a:xfrm>
            <a:off x="11260115" y="586896"/>
            <a:ext cx="425805" cy="425805"/>
          </a:xfrm>
          <a:prstGeom prst="diamond">
            <a:avLst/>
          </a:prstGeom>
          <a:solidFill>
            <a:srgbClr val="73D7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6F5C8B9-801C-7902-487E-7CA75815156A}"/>
              </a:ext>
            </a:extLst>
          </p:cNvPr>
          <p:cNvSpPr/>
          <p:nvPr/>
        </p:nvSpPr>
        <p:spPr>
          <a:xfrm>
            <a:off x="0" y="0"/>
            <a:ext cx="1420427" cy="1030457"/>
          </a:xfrm>
          <a:custGeom>
            <a:avLst/>
            <a:gdLst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1420427 w 1420427"/>
              <a:gd name="connsiteY2" fmla="*/ 1029810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452761 w 1420427"/>
              <a:gd name="connsiteY2" fmla="*/ 1020932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30457"/>
              <a:gd name="connsiteX1" fmla="*/ 1420427 w 1420427"/>
              <a:gd name="connsiteY1" fmla="*/ 0 h 1030457"/>
              <a:gd name="connsiteX2" fmla="*/ 445618 w 1420427"/>
              <a:gd name="connsiteY2" fmla="*/ 1030457 h 1030457"/>
              <a:gd name="connsiteX3" fmla="*/ 0 w 1420427"/>
              <a:gd name="connsiteY3" fmla="*/ 1029810 h 1030457"/>
              <a:gd name="connsiteX4" fmla="*/ 0 w 1420427"/>
              <a:gd name="connsiteY4" fmla="*/ 0 h 1030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0427" h="1030457">
                <a:moveTo>
                  <a:pt x="0" y="0"/>
                </a:moveTo>
                <a:lnTo>
                  <a:pt x="1420427" y="0"/>
                </a:lnTo>
                <a:lnTo>
                  <a:pt x="445618" y="1030457"/>
                </a:lnTo>
                <a:lnTo>
                  <a:pt x="0" y="102981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각 삼각형 14">
            <a:extLst>
              <a:ext uri="{FF2B5EF4-FFF2-40B4-BE49-F238E27FC236}">
                <a16:creationId xmlns:a16="http://schemas.microsoft.com/office/drawing/2014/main" id="{61FF375F-EF0B-8970-B7AF-3115E0188A2D}"/>
              </a:ext>
            </a:extLst>
          </p:cNvPr>
          <p:cNvSpPr/>
          <p:nvPr/>
        </p:nvSpPr>
        <p:spPr>
          <a:xfrm flipV="1">
            <a:off x="0" y="-1"/>
            <a:ext cx="281179" cy="27520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80D07E6B-5DAC-9F9C-967E-1C8B9C15101B}"/>
              </a:ext>
            </a:extLst>
          </p:cNvPr>
          <p:cNvSpPr/>
          <p:nvPr/>
        </p:nvSpPr>
        <p:spPr>
          <a:xfrm flipH="1">
            <a:off x="11721914" y="6400800"/>
            <a:ext cx="470085" cy="4572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평행 사변형 17">
            <a:extLst>
              <a:ext uri="{FF2B5EF4-FFF2-40B4-BE49-F238E27FC236}">
                <a16:creationId xmlns:a16="http://schemas.microsoft.com/office/drawing/2014/main" id="{3FFD70BE-03B5-25C4-3AD5-AE773838717D}"/>
              </a:ext>
            </a:extLst>
          </p:cNvPr>
          <p:cNvSpPr/>
          <p:nvPr/>
        </p:nvSpPr>
        <p:spPr>
          <a:xfrm>
            <a:off x="10347974" y="5708342"/>
            <a:ext cx="1299530" cy="1149658"/>
          </a:xfrm>
          <a:prstGeom prst="parallelogram">
            <a:avLst>
              <a:gd name="adj" fmla="val 99132"/>
            </a:avLst>
          </a:prstGeom>
          <a:solidFill>
            <a:srgbClr val="73D7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평행 사변형 18">
            <a:extLst>
              <a:ext uri="{FF2B5EF4-FFF2-40B4-BE49-F238E27FC236}">
                <a16:creationId xmlns:a16="http://schemas.microsoft.com/office/drawing/2014/main" id="{A2DC820A-5FAB-53F1-7CD9-FD20FEDB7894}"/>
              </a:ext>
            </a:extLst>
          </p:cNvPr>
          <p:cNvSpPr/>
          <p:nvPr/>
        </p:nvSpPr>
        <p:spPr>
          <a:xfrm>
            <a:off x="1065320" y="0"/>
            <a:ext cx="586410" cy="443883"/>
          </a:xfrm>
          <a:prstGeom prst="parallelogram">
            <a:avLst>
              <a:gd name="adj" fmla="val 99132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평행 사변형 19">
            <a:extLst>
              <a:ext uri="{FF2B5EF4-FFF2-40B4-BE49-F238E27FC236}">
                <a16:creationId xmlns:a16="http://schemas.microsoft.com/office/drawing/2014/main" id="{4EA1C095-A0A9-0C05-7C9E-54436DD81FD3}"/>
              </a:ext>
            </a:extLst>
          </p:cNvPr>
          <p:cNvSpPr/>
          <p:nvPr/>
        </p:nvSpPr>
        <p:spPr>
          <a:xfrm>
            <a:off x="1" y="644788"/>
            <a:ext cx="489410" cy="488687"/>
          </a:xfrm>
          <a:custGeom>
            <a:avLst/>
            <a:gdLst>
              <a:gd name="connsiteX0" fmla="*/ 0 w 613235"/>
              <a:gd name="connsiteY0" fmla="*/ 488687 h 488687"/>
              <a:gd name="connsiteX1" fmla="*/ 484445 w 613235"/>
              <a:gd name="connsiteY1" fmla="*/ 0 h 488687"/>
              <a:gd name="connsiteX2" fmla="*/ 613235 w 613235"/>
              <a:gd name="connsiteY2" fmla="*/ 0 h 488687"/>
              <a:gd name="connsiteX3" fmla="*/ 128790 w 613235"/>
              <a:gd name="connsiteY3" fmla="*/ 488687 h 488687"/>
              <a:gd name="connsiteX4" fmla="*/ 0 w 613235"/>
              <a:gd name="connsiteY4" fmla="*/ 488687 h 488687"/>
              <a:gd name="connsiteX0" fmla="*/ 0 w 487029"/>
              <a:gd name="connsiteY0" fmla="*/ 360100 h 488687"/>
              <a:gd name="connsiteX1" fmla="*/ 358239 w 487029"/>
              <a:gd name="connsiteY1" fmla="*/ 0 h 488687"/>
              <a:gd name="connsiteX2" fmla="*/ 487029 w 487029"/>
              <a:gd name="connsiteY2" fmla="*/ 0 h 488687"/>
              <a:gd name="connsiteX3" fmla="*/ 2584 w 487029"/>
              <a:gd name="connsiteY3" fmla="*/ 488687 h 488687"/>
              <a:gd name="connsiteX4" fmla="*/ 0 w 487029"/>
              <a:gd name="connsiteY4" fmla="*/ 360100 h 488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029" h="488687">
                <a:moveTo>
                  <a:pt x="0" y="360100"/>
                </a:moveTo>
                <a:lnTo>
                  <a:pt x="358239" y="0"/>
                </a:lnTo>
                <a:lnTo>
                  <a:pt x="487029" y="0"/>
                </a:lnTo>
                <a:lnTo>
                  <a:pt x="2584" y="488687"/>
                </a:lnTo>
                <a:cubicBezTo>
                  <a:pt x="1723" y="445825"/>
                  <a:pt x="861" y="402962"/>
                  <a:pt x="0" y="360100"/>
                </a:cubicBezTo>
                <a:close/>
              </a:path>
            </a:pathLst>
          </a:custGeom>
          <a:solidFill>
            <a:srgbClr val="73D7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D645D2-D58C-4DBC-4181-5ACAFA7D5897}"/>
              </a:ext>
            </a:extLst>
          </p:cNvPr>
          <p:cNvSpPr txBox="1"/>
          <p:nvPr/>
        </p:nvSpPr>
        <p:spPr>
          <a:xfrm>
            <a:off x="1358524" y="151495"/>
            <a:ext cx="69975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LAB: </a:t>
            </a:r>
            <a:r>
              <a:rPr lang="ko-KR" altLang="en-US" sz="3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랜덤 숫자 선택하기 </a:t>
            </a:r>
            <a:r>
              <a:rPr lang="en-US" altLang="ko-KR" sz="3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</a:t>
            </a:r>
            <a:endParaRPr lang="ko-KR" altLang="en-US" sz="3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9B176A9-09B5-8DB0-0865-A7E80B852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06" y="6522064"/>
            <a:ext cx="1299531" cy="214672"/>
          </a:xfrm>
          <a:prstGeom prst="rect">
            <a:avLst/>
          </a:prstGeom>
        </p:spPr>
      </p:pic>
      <p:sp>
        <p:nvSpPr>
          <p:cNvPr id="2" name="다이아몬드 1">
            <a:extLst>
              <a:ext uri="{FF2B5EF4-FFF2-40B4-BE49-F238E27FC236}">
                <a16:creationId xmlns:a16="http://schemas.microsoft.com/office/drawing/2014/main" id="{A2DDCD09-6079-CC86-D66C-496062C7BA71}"/>
              </a:ext>
            </a:extLst>
          </p:cNvPr>
          <p:cNvSpPr/>
          <p:nvPr/>
        </p:nvSpPr>
        <p:spPr>
          <a:xfrm>
            <a:off x="666750" y="1000793"/>
            <a:ext cx="369331" cy="369331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B5FDED-BCE3-DBDB-4356-2FB5B6D13406}"/>
              </a:ext>
            </a:extLst>
          </p:cNvPr>
          <p:cNvSpPr txBox="1"/>
          <p:nvPr/>
        </p:nvSpPr>
        <p:spPr>
          <a:xfrm>
            <a:off x="1036081" y="893070"/>
            <a:ext cx="62209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rgbClr val="51B8B0"/>
                </a:solidFill>
                <a:highlight>
                  <a:srgbClr val="FFFF00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Problem (LAB 8.2.2)</a:t>
            </a:r>
            <a:endParaRPr lang="ko-KR" altLang="en-US" sz="3200" dirty="0">
              <a:solidFill>
                <a:srgbClr val="51B8B0"/>
              </a:solidFill>
              <a:highlight>
                <a:srgbClr val="FFFF00"/>
              </a:highlight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D4F7A9-DE00-FC5C-7CD2-B64A679790F7}"/>
              </a:ext>
            </a:extLst>
          </p:cNvPr>
          <p:cNvSpPr txBox="1"/>
          <p:nvPr/>
        </p:nvSpPr>
        <p:spPr>
          <a:xfrm>
            <a:off x="1036081" y="1599597"/>
            <a:ext cx="1030528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- 1~45 </a:t>
            </a:r>
            <a:r>
              <a:rPr lang="ko-KR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정수 중에서 무작위로 </a:t>
            </a:r>
            <a:r>
              <a:rPr lang="en-US" altLang="ko-KR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6</a:t>
            </a:r>
            <a:r>
              <a:rPr lang="ko-KR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개를 선택해서 리스트로 저장하는 함수를 만들어보자</a:t>
            </a:r>
            <a:r>
              <a:rPr lang="en-US" altLang="ko-KR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</p:txBody>
      </p:sp>
      <p:sp>
        <p:nvSpPr>
          <p:cNvPr id="10" name="모서리가 둥근 직사각형 3">
            <a:extLst>
              <a:ext uri="{FF2B5EF4-FFF2-40B4-BE49-F238E27FC236}">
                <a16:creationId xmlns:a16="http://schemas.microsoft.com/office/drawing/2014/main" id="{AFD9DC1A-371A-5A81-23F7-64970CC5E5D1}"/>
              </a:ext>
            </a:extLst>
          </p:cNvPr>
          <p:cNvSpPr/>
          <p:nvPr/>
        </p:nvSpPr>
        <p:spPr>
          <a:xfrm>
            <a:off x="1740506" y="3446871"/>
            <a:ext cx="8886064" cy="1287532"/>
          </a:xfrm>
          <a:prstGeom prst="roundRect">
            <a:avLst>
              <a:gd name="adj" fmla="val 9910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3600" dirty="0">
                <a:solidFill>
                  <a:srgbClr val="2249FB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not in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F6C79D-CA99-0135-4EF7-1A8CAE067D57}"/>
              </a:ext>
            </a:extLst>
          </p:cNvPr>
          <p:cNvSpPr txBox="1"/>
          <p:nvPr/>
        </p:nvSpPr>
        <p:spPr>
          <a:xfrm>
            <a:off x="1030897" y="2563939"/>
            <a:ext cx="103052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선택하는 숫자는 </a:t>
            </a:r>
            <a:r>
              <a:rPr lang="ko-KR" altLang="en-US" sz="2800" dirty="0">
                <a:solidFill>
                  <a:srgbClr val="FF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중복되지 않아야 </a:t>
            </a:r>
            <a:r>
              <a:rPr lang="ko-KR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한다</a:t>
            </a:r>
            <a:r>
              <a:rPr lang="en-US" altLang="ko-KR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59058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310C7-8D20-B1A4-CE30-726C99F17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각 삼각형 24">
            <a:extLst>
              <a:ext uri="{FF2B5EF4-FFF2-40B4-BE49-F238E27FC236}">
                <a16:creationId xmlns:a16="http://schemas.microsoft.com/office/drawing/2014/main" id="{79C88145-3B25-FD8A-5508-3E2E5713025F}"/>
              </a:ext>
            </a:extLst>
          </p:cNvPr>
          <p:cNvSpPr/>
          <p:nvPr/>
        </p:nvSpPr>
        <p:spPr>
          <a:xfrm>
            <a:off x="-1" y="6077527"/>
            <a:ext cx="760522" cy="780473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E943B6D-C0E7-DED1-40DE-E6389BC21137}"/>
              </a:ext>
            </a:extLst>
          </p:cNvPr>
          <p:cNvSpPr/>
          <p:nvPr/>
        </p:nvSpPr>
        <p:spPr>
          <a:xfrm>
            <a:off x="391357" y="210845"/>
            <a:ext cx="11409286" cy="6436310"/>
          </a:xfrm>
          <a:prstGeom prst="roundRect">
            <a:avLst>
              <a:gd name="adj" fmla="val 10046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FCF7A17-2375-A283-E3B6-CA03DA59A1F1}"/>
              </a:ext>
            </a:extLst>
          </p:cNvPr>
          <p:cNvSpPr/>
          <p:nvPr/>
        </p:nvSpPr>
        <p:spPr>
          <a:xfrm>
            <a:off x="537839" y="326254"/>
            <a:ext cx="11116322" cy="6205491"/>
          </a:xfrm>
          <a:prstGeom prst="roundRect">
            <a:avLst>
              <a:gd name="adj" fmla="val 91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0959B0-9E8D-2C84-B623-6D7F3953CC7F}"/>
              </a:ext>
            </a:extLst>
          </p:cNvPr>
          <p:cNvSpPr txBox="1"/>
          <p:nvPr/>
        </p:nvSpPr>
        <p:spPr>
          <a:xfrm>
            <a:off x="4001565" y="2305614"/>
            <a:ext cx="41888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solidFill>
                  <a:schemeClr val="accent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03</a:t>
            </a:r>
            <a:endParaRPr lang="ko-KR" altLang="en-US" sz="4000" dirty="0">
              <a:solidFill>
                <a:schemeClr val="accent2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0F6379-07EB-4839-04DA-7EE2FE424A20}"/>
              </a:ext>
            </a:extLst>
          </p:cNvPr>
          <p:cNvSpPr txBox="1"/>
          <p:nvPr/>
        </p:nvSpPr>
        <p:spPr>
          <a:xfrm>
            <a:off x="2607771" y="3013500"/>
            <a:ext cx="69764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8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지역 변수와 전역 변수</a:t>
            </a:r>
          </a:p>
        </p:txBody>
      </p:sp>
    </p:spTree>
    <p:extLst>
      <p:ext uri="{BB962C8B-B14F-4D97-AF65-F5344CB8AC3E}">
        <p14:creationId xmlns:p14="http://schemas.microsoft.com/office/powerpoint/2010/main" val="27974140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652D2-2437-E8A4-D6A5-3259F21FA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각 삼각형 16">
            <a:extLst>
              <a:ext uri="{FF2B5EF4-FFF2-40B4-BE49-F238E27FC236}">
                <a16:creationId xmlns:a16="http://schemas.microsoft.com/office/drawing/2014/main" id="{79EF2469-FD94-AA12-6A17-7D5F20DBE2D3}"/>
              </a:ext>
            </a:extLst>
          </p:cNvPr>
          <p:cNvSpPr/>
          <p:nvPr/>
        </p:nvSpPr>
        <p:spPr>
          <a:xfrm flipH="1">
            <a:off x="10626570" y="5335480"/>
            <a:ext cx="1565429" cy="1522520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DF37754B-B71D-63DF-5417-2B58695E266F}"/>
              </a:ext>
            </a:extLst>
          </p:cNvPr>
          <p:cNvSpPr/>
          <p:nvPr/>
        </p:nvSpPr>
        <p:spPr>
          <a:xfrm>
            <a:off x="346229" y="0"/>
            <a:ext cx="11274641" cy="754603"/>
          </a:xfrm>
          <a:prstGeom prst="parallelogram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각 삼각형 12">
            <a:extLst>
              <a:ext uri="{FF2B5EF4-FFF2-40B4-BE49-F238E27FC236}">
                <a16:creationId xmlns:a16="http://schemas.microsoft.com/office/drawing/2014/main" id="{88451DD9-1FB9-ED69-0AB2-3D5BE1315A09}"/>
              </a:ext>
            </a:extLst>
          </p:cNvPr>
          <p:cNvSpPr/>
          <p:nvPr/>
        </p:nvSpPr>
        <p:spPr>
          <a:xfrm flipV="1">
            <a:off x="11425560" y="-1"/>
            <a:ext cx="766439" cy="754603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다이아몬드 13">
            <a:extLst>
              <a:ext uri="{FF2B5EF4-FFF2-40B4-BE49-F238E27FC236}">
                <a16:creationId xmlns:a16="http://schemas.microsoft.com/office/drawing/2014/main" id="{49335BF9-0B00-F2D5-77B7-603D667D5B26}"/>
              </a:ext>
            </a:extLst>
          </p:cNvPr>
          <p:cNvSpPr/>
          <p:nvPr/>
        </p:nvSpPr>
        <p:spPr>
          <a:xfrm>
            <a:off x="11260115" y="586896"/>
            <a:ext cx="425805" cy="425805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7DC2C8F-431F-678E-7F50-DE4AAA9DB6E8}"/>
              </a:ext>
            </a:extLst>
          </p:cNvPr>
          <p:cNvSpPr/>
          <p:nvPr/>
        </p:nvSpPr>
        <p:spPr>
          <a:xfrm>
            <a:off x="0" y="0"/>
            <a:ext cx="1420427" cy="1030457"/>
          </a:xfrm>
          <a:custGeom>
            <a:avLst/>
            <a:gdLst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1420427 w 1420427"/>
              <a:gd name="connsiteY2" fmla="*/ 1029810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452761 w 1420427"/>
              <a:gd name="connsiteY2" fmla="*/ 1020932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30457"/>
              <a:gd name="connsiteX1" fmla="*/ 1420427 w 1420427"/>
              <a:gd name="connsiteY1" fmla="*/ 0 h 1030457"/>
              <a:gd name="connsiteX2" fmla="*/ 445618 w 1420427"/>
              <a:gd name="connsiteY2" fmla="*/ 1030457 h 1030457"/>
              <a:gd name="connsiteX3" fmla="*/ 0 w 1420427"/>
              <a:gd name="connsiteY3" fmla="*/ 1029810 h 1030457"/>
              <a:gd name="connsiteX4" fmla="*/ 0 w 1420427"/>
              <a:gd name="connsiteY4" fmla="*/ 0 h 1030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0427" h="1030457">
                <a:moveTo>
                  <a:pt x="0" y="0"/>
                </a:moveTo>
                <a:lnTo>
                  <a:pt x="1420427" y="0"/>
                </a:lnTo>
                <a:lnTo>
                  <a:pt x="445618" y="1030457"/>
                </a:lnTo>
                <a:lnTo>
                  <a:pt x="0" y="1029810"/>
                </a:lnTo>
                <a:lnTo>
                  <a:pt x="0" y="0"/>
                </a:lnTo>
                <a:close/>
              </a:path>
            </a:pathLst>
          </a:cu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각 삼각형 14">
            <a:extLst>
              <a:ext uri="{FF2B5EF4-FFF2-40B4-BE49-F238E27FC236}">
                <a16:creationId xmlns:a16="http://schemas.microsoft.com/office/drawing/2014/main" id="{FDAE7805-0790-288B-88C1-2B4FE6168EE7}"/>
              </a:ext>
            </a:extLst>
          </p:cNvPr>
          <p:cNvSpPr/>
          <p:nvPr/>
        </p:nvSpPr>
        <p:spPr>
          <a:xfrm flipV="1">
            <a:off x="0" y="-1"/>
            <a:ext cx="281179" cy="27520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17FC4707-CDCC-EB92-94FB-829181563471}"/>
              </a:ext>
            </a:extLst>
          </p:cNvPr>
          <p:cNvSpPr/>
          <p:nvPr/>
        </p:nvSpPr>
        <p:spPr>
          <a:xfrm flipH="1">
            <a:off x="11721914" y="6400800"/>
            <a:ext cx="470085" cy="4572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평행 사변형 17">
            <a:extLst>
              <a:ext uri="{FF2B5EF4-FFF2-40B4-BE49-F238E27FC236}">
                <a16:creationId xmlns:a16="http://schemas.microsoft.com/office/drawing/2014/main" id="{05EAE2FE-1618-3DDD-071B-D0E3B3479D04}"/>
              </a:ext>
            </a:extLst>
          </p:cNvPr>
          <p:cNvSpPr/>
          <p:nvPr/>
        </p:nvSpPr>
        <p:spPr>
          <a:xfrm>
            <a:off x="10347974" y="5708342"/>
            <a:ext cx="1299530" cy="1149658"/>
          </a:xfrm>
          <a:prstGeom prst="parallelogram">
            <a:avLst>
              <a:gd name="adj" fmla="val 99132"/>
            </a:avLst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평행 사변형 18">
            <a:extLst>
              <a:ext uri="{FF2B5EF4-FFF2-40B4-BE49-F238E27FC236}">
                <a16:creationId xmlns:a16="http://schemas.microsoft.com/office/drawing/2014/main" id="{67D14AD9-1091-EA1B-4D10-E63339E1F01B}"/>
              </a:ext>
            </a:extLst>
          </p:cNvPr>
          <p:cNvSpPr/>
          <p:nvPr/>
        </p:nvSpPr>
        <p:spPr>
          <a:xfrm>
            <a:off x="1065320" y="0"/>
            <a:ext cx="586410" cy="443883"/>
          </a:xfrm>
          <a:prstGeom prst="parallelogram">
            <a:avLst>
              <a:gd name="adj" fmla="val 99132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평행 사변형 19">
            <a:extLst>
              <a:ext uri="{FF2B5EF4-FFF2-40B4-BE49-F238E27FC236}">
                <a16:creationId xmlns:a16="http://schemas.microsoft.com/office/drawing/2014/main" id="{37389279-1FB3-CA9A-8E53-CFAAF05FF630}"/>
              </a:ext>
            </a:extLst>
          </p:cNvPr>
          <p:cNvSpPr/>
          <p:nvPr/>
        </p:nvSpPr>
        <p:spPr>
          <a:xfrm>
            <a:off x="1" y="644788"/>
            <a:ext cx="489410" cy="488687"/>
          </a:xfrm>
          <a:custGeom>
            <a:avLst/>
            <a:gdLst>
              <a:gd name="connsiteX0" fmla="*/ 0 w 613235"/>
              <a:gd name="connsiteY0" fmla="*/ 488687 h 488687"/>
              <a:gd name="connsiteX1" fmla="*/ 484445 w 613235"/>
              <a:gd name="connsiteY1" fmla="*/ 0 h 488687"/>
              <a:gd name="connsiteX2" fmla="*/ 613235 w 613235"/>
              <a:gd name="connsiteY2" fmla="*/ 0 h 488687"/>
              <a:gd name="connsiteX3" fmla="*/ 128790 w 613235"/>
              <a:gd name="connsiteY3" fmla="*/ 488687 h 488687"/>
              <a:gd name="connsiteX4" fmla="*/ 0 w 613235"/>
              <a:gd name="connsiteY4" fmla="*/ 488687 h 488687"/>
              <a:gd name="connsiteX0" fmla="*/ 0 w 487029"/>
              <a:gd name="connsiteY0" fmla="*/ 360100 h 488687"/>
              <a:gd name="connsiteX1" fmla="*/ 358239 w 487029"/>
              <a:gd name="connsiteY1" fmla="*/ 0 h 488687"/>
              <a:gd name="connsiteX2" fmla="*/ 487029 w 487029"/>
              <a:gd name="connsiteY2" fmla="*/ 0 h 488687"/>
              <a:gd name="connsiteX3" fmla="*/ 2584 w 487029"/>
              <a:gd name="connsiteY3" fmla="*/ 488687 h 488687"/>
              <a:gd name="connsiteX4" fmla="*/ 0 w 487029"/>
              <a:gd name="connsiteY4" fmla="*/ 360100 h 488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029" h="488687">
                <a:moveTo>
                  <a:pt x="0" y="360100"/>
                </a:moveTo>
                <a:lnTo>
                  <a:pt x="358239" y="0"/>
                </a:lnTo>
                <a:lnTo>
                  <a:pt x="487029" y="0"/>
                </a:lnTo>
                <a:lnTo>
                  <a:pt x="2584" y="488687"/>
                </a:lnTo>
                <a:cubicBezTo>
                  <a:pt x="1723" y="445825"/>
                  <a:pt x="861" y="402962"/>
                  <a:pt x="0" y="360100"/>
                </a:cubicBezTo>
                <a:close/>
              </a:path>
            </a:pathLst>
          </a:custGeom>
          <a:solidFill>
            <a:srgbClr val="B7EA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A8142A-8834-E627-D000-01B34B3648B7}"/>
              </a:ext>
            </a:extLst>
          </p:cNvPr>
          <p:cNvSpPr txBox="1"/>
          <p:nvPr/>
        </p:nvSpPr>
        <p:spPr>
          <a:xfrm>
            <a:off x="0" y="137603"/>
            <a:ext cx="9433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01</a:t>
            </a:r>
            <a:endParaRPr lang="ko-KR" altLang="en-US" sz="32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642F19-5B7A-046C-0B56-6BE452A8EB74}"/>
              </a:ext>
            </a:extLst>
          </p:cNvPr>
          <p:cNvSpPr txBox="1"/>
          <p:nvPr/>
        </p:nvSpPr>
        <p:spPr>
          <a:xfrm>
            <a:off x="1420427" y="142041"/>
            <a:ext cx="61963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지역 변수</a:t>
            </a:r>
          </a:p>
        </p:txBody>
      </p:sp>
      <p:sp>
        <p:nvSpPr>
          <p:cNvPr id="4" name="다이아몬드 3">
            <a:extLst>
              <a:ext uri="{FF2B5EF4-FFF2-40B4-BE49-F238E27FC236}">
                <a16:creationId xmlns:a16="http://schemas.microsoft.com/office/drawing/2014/main" id="{33AF7C72-B8FE-2DA2-FCBA-98C0A39CAE9F}"/>
              </a:ext>
            </a:extLst>
          </p:cNvPr>
          <p:cNvSpPr/>
          <p:nvPr/>
        </p:nvSpPr>
        <p:spPr>
          <a:xfrm>
            <a:off x="574027" y="1249399"/>
            <a:ext cx="369331" cy="369331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FCEBAC-5C93-6033-FA9B-08B2AE75CD80}"/>
              </a:ext>
            </a:extLst>
          </p:cNvPr>
          <p:cNvSpPr txBox="1"/>
          <p:nvPr/>
        </p:nvSpPr>
        <p:spPr>
          <a:xfrm>
            <a:off x="943358" y="1141676"/>
            <a:ext cx="62209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지역 변수</a:t>
            </a:r>
            <a:r>
              <a:rPr lang="en-US" altLang="ko-KR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en-US" altLang="ko-KR" sz="3200" dirty="0">
                <a:solidFill>
                  <a:srgbClr val="51B8B0"/>
                </a:solidFill>
                <a:highlight>
                  <a:srgbClr val="FFFF00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local</a:t>
            </a:r>
            <a:r>
              <a:rPr lang="en-US" altLang="ko-KR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variable)</a:t>
            </a:r>
            <a:endParaRPr lang="ko-KR" altLang="en-US" sz="3200" dirty="0">
              <a:solidFill>
                <a:srgbClr val="51B8B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5070F01-625B-67AD-8948-4EB97AE2FA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06" y="6522064"/>
            <a:ext cx="1299531" cy="21467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D446043-C290-9667-DA3D-F0BB07D982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1943840"/>
            <a:ext cx="8077200" cy="415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7318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A3B52-86E7-0B50-8ABA-BE508A441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각 삼각형 16">
            <a:extLst>
              <a:ext uri="{FF2B5EF4-FFF2-40B4-BE49-F238E27FC236}">
                <a16:creationId xmlns:a16="http://schemas.microsoft.com/office/drawing/2014/main" id="{B79EFCF2-BA92-9EFA-47B0-3E38EDF54ADE}"/>
              </a:ext>
            </a:extLst>
          </p:cNvPr>
          <p:cNvSpPr/>
          <p:nvPr/>
        </p:nvSpPr>
        <p:spPr>
          <a:xfrm flipH="1">
            <a:off x="10626570" y="5335480"/>
            <a:ext cx="1565429" cy="1522520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2804E904-D990-30D6-F798-8DBCA9870A33}"/>
              </a:ext>
            </a:extLst>
          </p:cNvPr>
          <p:cNvSpPr/>
          <p:nvPr/>
        </p:nvSpPr>
        <p:spPr>
          <a:xfrm>
            <a:off x="346229" y="0"/>
            <a:ext cx="11274641" cy="754603"/>
          </a:xfrm>
          <a:prstGeom prst="parallelogram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각 삼각형 12">
            <a:extLst>
              <a:ext uri="{FF2B5EF4-FFF2-40B4-BE49-F238E27FC236}">
                <a16:creationId xmlns:a16="http://schemas.microsoft.com/office/drawing/2014/main" id="{FE014C5E-B19B-8C89-6D15-EBA11BE168C3}"/>
              </a:ext>
            </a:extLst>
          </p:cNvPr>
          <p:cNvSpPr/>
          <p:nvPr/>
        </p:nvSpPr>
        <p:spPr>
          <a:xfrm flipV="1">
            <a:off x="11425560" y="-1"/>
            <a:ext cx="766439" cy="754603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다이아몬드 13">
            <a:extLst>
              <a:ext uri="{FF2B5EF4-FFF2-40B4-BE49-F238E27FC236}">
                <a16:creationId xmlns:a16="http://schemas.microsoft.com/office/drawing/2014/main" id="{FD178FFF-112F-93B7-9853-5FF882445200}"/>
              </a:ext>
            </a:extLst>
          </p:cNvPr>
          <p:cNvSpPr/>
          <p:nvPr/>
        </p:nvSpPr>
        <p:spPr>
          <a:xfrm>
            <a:off x="11260115" y="586896"/>
            <a:ext cx="425805" cy="425805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F5BFA11-8CC5-58C7-F399-9AB886EA7C91}"/>
              </a:ext>
            </a:extLst>
          </p:cNvPr>
          <p:cNvSpPr/>
          <p:nvPr/>
        </p:nvSpPr>
        <p:spPr>
          <a:xfrm>
            <a:off x="0" y="0"/>
            <a:ext cx="1420427" cy="1030457"/>
          </a:xfrm>
          <a:custGeom>
            <a:avLst/>
            <a:gdLst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1420427 w 1420427"/>
              <a:gd name="connsiteY2" fmla="*/ 1029810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452761 w 1420427"/>
              <a:gd name="connsiteY2" fmla="*/ 1020932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30457"/>
              <a:gd name="connsiteX1" fmla="*/ 1420427 w 1420427"/>
              <a:gd name="connsiteY1" fmla="*/ 0 h 1030457"/>
              <a:gd name="connsiteX2" fmla="*/ 445618 w 1420427"/>
              <a:gd name="connsiteY2" fmla="*/ 1030457 h 1030457"/>
              <a:gd name="connsiteX3" fmla="*/ 0 w 1420427"/>
              <a:gd name="connsiteY3" fmla="*/ 1029810 h 1030457"/>
              <a:gd name="connsiteX4" fmla="*/ 0 w 1420427"/>
              <a:gd name="connsiteY4" fmla="*/ 0 h 1030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0427" h="1030457">
                <a:moveTo>
                  <a:pt x="0" y="0"/>
                </a:moveTo>
                <a:lnTo>
                  <a:pt x="1420427" y="0"/>
                </a:lnTo>
                <a:lnTo>
                  <a:pt x="445618" y="1030457"/>
                </a:lnTo>
                <a:lnTo>
                  <a:pt x="0" y="1029810"/>
                </a:lnTo>
                <a:lnTo>
                  <a:pt x="0" y="0"/>
                </a:lnTo>
                <a:close/>
              </a:path>
            </a:pathLst>
          </a:cu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각 삼각형 14">
            <a:extLst>
              <a:ext uri="{FF2B5EF4-FFF2-40B4-BE49-F238E27FC236}">
                <a16:creationId xmlns:a16="http://schemas.microsoft.com/office/drawing/2014/main" id="{2648D968-62A0-F8F2-A4A8-C6DFD93F3470}"/>
              </a:ext>
            </a:extLst>
          </p:cNvPr>
          <p:cNvSpPr/>
          <p:nvPr/>
        </p:nvSpPr>
        <p:spPr>
          <a:xfrm flipV="1">
            <a:off x="0" y="-1"/>
            <a:ext cx="281179" cy="27520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E731EC77-5B8E-364E-D03A-CAB5F032004A}"/>
              </a:ext>
            </a:extLst>
          </p:cNvPr>
          <p:cNvSpPr/>
          <p:nvPr/>
        </p:nvSpPr>
        <p:spPr>
          <a:xfrm flipH="1">
            <a:off x="11721914" y="6400800"/>
            <a:ext cx="470085" cy="4572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평행 사변형 17">
            <a:extLst>
              <a:ext uri="{FF2B5EF4-FFF2-40B4-BE49-F238E27FC236}">
                <a16:creationId xmlns:a16="http://schemas.microsoft.com/office/drawing/2014/main" id="{AD3BA145-56F6-3883-6D44-EAA11746AC3F}"/>
              </a:ext>
            </a:extLst>
          </p:cNvPr>
          <p:cNvSpPr/>
          <p:nvPr/>
        </p:nvSpPr>
        <p:spPr>
          <a:xfrm>
            <a:off x="10347974" y="5708342"/>
            <a:ext cx="1299530" cy="1149658"/>
          </a:xfrm>
          <a:prstGeom prst="parallelogram">
            <a:avLst>
              <a:gd name="adj" fmla="val 99132"/>
            </a:avLst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평행 사변형 18">
            <a:extLst>
              <a:ext uri="{FF2B5EF4-FFF2-40B4-BE49-F238E27FC236}">
                <a16:creationId xmlns:a16="http://schemas.microsoft.com/office/drawing/2014/main" id="{C123A9C8-A396-59FE-8B9A-23AF92196789}"/>
              </a:ext>
            </a:extLst>
          </p:cNvPr>
          <p:cNvSpPr/>
          <p:nvPr/>
        </p:nvSpPr>
        <p:spPr>
          <a:xfrm>
            <a:off x="1065320" y="0"/>
            <a:ext cx="586410" cy="443883"/>
          </a:xfrm>
          <a:prstGeom prst="parallelogram">
            <a:avLst>
              <a:gd name="adj" fmla="val 99132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평행 사변형 19">
            <a:extLst>
              <a:ext uri="{FF2B5EF4-FFF2-40B4-BE49-F238E27FC236}">
                <a16:creationId xmlns:a16="http://schemas.microsoft.com/office/drawing/2014/main" id="{0E7D8626-D8AC-0AE3-116E-A0B84D85128A}"/>
              </a:ext>
            </a:extLst>
          </p:cNvPr>
          <p:cNvSpPr/>
          <p:nvPr/>
        </p:nvSpPr>
        <p:spPr>
          <a:xfrm>
            <a:off x="1" y="644788"/>
            <a:ext cx="489410" cy="488687"/>
          </a:xfrm>
          <a:custGeom>
            <a:avLst/>
            <a:gdLst>
              <a:gd name="connsiteX0" fmla="*/ 0 w 613235"/>
              <a:gd name="connsiteY0" fmla="*/ 488687 h 488687"/>
              <a:gd name="connsiteX1" fmla="*/ 484445 w 613235"/>
              <a:gd name="connsiteY1" fmla="*/ 0 h 488687"/>
              <a:gd name="connsiteX2" fmla="*/ 613235 w 613235"/>
              <a:gd name="connsiteY2" fmla="*/ 0 h 488687"/>
              <a:gd name="connsiteX3" fmla="*/ 128790 w 613235"/>
              <a:gd name="connsiteY3" fmla="*/ 488687 h 488687"/>
              <a:gd name="connsiteX4" fmla="*/ 0 w 613235"/>
              <a:gd name="connsiteY4" fmla="*/ 488687 h 488687"/>
              <a:gd name="connsiteX0" fmla="*/ 0 w 487029"/>
              <a:gd name="connsiteY0" fmla="*/ 360100 h 488687"/>
              <a:gd name="connsiteX1" fmla="*/ 358239 w 487029"/>
              <a:gd name="connsiteY1" fmla="*/ 0 h 488687"/>
              <a:gd name="connsiteX2" fmla="*/ 487029 w 487029"/>
              <a:gd name="connsiteY2" fmla="*/ 0 h 488687"/>
              <a:gd name="connsiteX3" fmla="*/ 2584 w 487029"/>
              <a:gd name="connsiteY3" fmla="*/ 488687 h 488687"/>
              <a:gd name="connsiteX4" fmla="*/ 0 w 487029"/>
              <a:gd name="connsiteY4" fmla="*/ 360100 h 488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029" h="488687">
                <a:moveTo>
                  <a:pt x="0" y="360100"/>
                </a:moveTo>
                <a:lnTo>
                  <a:pt x="358239" y="0"/>
                </a:lnTo>
                <a:lnTo>
                  <a:pt x="487029" y="0"/>
                </a:lnTo>
                <a:lnTo>
                  <a:pt x="2584" y="488687"/>
                </a:lnTo>
                <a:cubicBezTo>
                  <a:pt x="1723" y="445825"/>
                  <a:pt x="861" y="402962"/>
                  <a:pt x="0" y="360100"/>
                </a:cubicBezTo>
                <a:close/>
              </a:path>
            </a:pathLst>
          </a:custGeom>
          <a:solidFill>
            <a:srgbClr val="B7EA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71BA6D-5DC0-B9E7-F8E1-EB2AF83026AC}"/>
              </a:ext>
            </a:extLst>
          </p:cNvPr>
          <p:cNvSpPr txBox="1"/>
          <p:nvPr/>
        </p:nvSpPr>
        <p:spPr>
          <a:xfrm>
            <a:off x="0" y="137603"/>
            <a:ext cx="9433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02</a:t>
            </a:r>
            <a:endParaRPr lang="ko-KR" altLang="en-US" sz="32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043FA2-F276-12BF-9F0A-FBB327F8102D}"/>
              </a:ext>
            </a:extLst>
          </p:cNvPr>
          <p:cNvSpPr txBox="1"/>
          <p:nvPr/>
        </p:nvSpPr>
        <p:spPr>
          <a:xfrm>
            <a:off x="1420427" y="142041"/>
            <a:ext cx="61963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전역 변수</a:t>
            </a:r>
          </a:p>
        </p:txBody>
      </p:sp>
      <p:sp>
        <p:nvSpPr>
          <p:cNvPr id="4" name="다이아몬드 3">
            <a:extLst>
              <a:ext uri="{FF2B5EF4-FFF2-40B4-BE49-F238E27FC236}">
                <a16:creationId xmlns:a16="http://schemas.microsoft.com/office/drawing/2014/main" id="{B8B9FB5C-BB4B-63E9-F8EA-611E82016D94}"/>
              </a:ext>
            </a:extLst>
          </p:cNvPr>
          <p:cNvSpPr/>
          <p:nvPr/>
        </p:nvSpPr>
        <p:spPr>
          <a:xfrm>
            <a:off x="574027" y="1249399"/>
            <a:ext cx="369331" cy="369331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D01A87-32A3-A785-7861-7B54E7BCD420}"/>
              </a:ext>
            </a:extLst>
          </p:cNvPr>
          <p:cNvSpPr txBox="1"/>
          <p:nvPr/>
        </p:nvSpPr>
        <p:spPr>
          <a:xfrm>
            <a:off x="943358" y="1141676"/>
            <a:ext cx="62209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전역 변수</a:t>
            </a:r>
            <a:r>
              <a:rPr lang="en-US" altLang="ko-KR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en-US" altLang="ko-KR" sz="3200" dirty="0">
                <a:solidFill>
                  <a:srgbClr val="51B8B0"/>
                </a:solidFill>
                <a:highlight>
                  <a:srgbClr val="FFFF00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global</a:t>
            </a:r>
            <a:r>
              <a:rPr lang="en-US" altLang="ko-KR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variable)</a:t>
            </a:r>
            <a:endParaRPr lang="ko-KR" altLang="en-US" sz="3200" dirty="0">
              <a:solidFill>
                <a:srgbClr val="51B8B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6B5C119-EB6F-8955-3215-3BBE89AF45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06" y="6522064"/>
            <a:ext cx="1299531" cy="21467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05EAB0A-FD2E-7F72-8860-CD4B628C95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1943840"/>
            <a:ext cx="8077200" cy="415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3883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4401D-09B5-0132-EA0B-D23DE8AED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각 삼각형 16">
            <a:extLst>
              <a:ext uri="{FF2B5EF4-FFF2-40B4-BE49-F238E27FC236}">
                <a16:creationId xmlns:a16="http://schemas.microsoft.com/office/drawing/2014/main" id="{CB2CE159-573B-82CE-34CB-C0129D493468}"/>
              </a:ext>
            </a:extLst>
          </p:cNvPr>
          <p:cNvSpPr/>
          <p:nvPr/>
        </p:nvSpPr>
        <p:spPr>
          <a:xfrm flipH="1">
            <a:off x="10626570" y="5335480"/>
            <a:ext cx="1565429" cy="1522520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BB18D0B8-D4BA-CB7E-D7D4-6C7CD0E99758}"/>
              </a:ext>
            </a:extLst>
          </p:cNvPr>
          <p:cNvSpPr/>
          <p:nvPr/>
        </p:nvSpPr>
        <p:spPr>
          <a:xfrm>
            <a:off x="346229" y="0"/>
            <a:ext cx="11274641" cy="754603"/>
          </a:xfrm>
          <a:prstGeom prst="parallelogram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각 삼각형 12">
            <a:extLst>
              <a:ext uri="{FF2B5EF4-FFF2-40B4-BE49-F238E27FC236}">
                <a16:creationId xmlns:a16="http://schemas.microsoft.com/office/drawing/2014/main" id="{C8EFBAB8-6438-0969-F8C6-73775F602C3E}"/>
              </a:ext>
            </a:extLst>
          </p:cNvPr>
          <p:cNvSpPr/>
          <p:nvPr/>
        </p:nvSpPr>
        <p:spPr>
          <a:xfrm flipV="1">
            <a:off x="11425560" y="-1"/>
            <a:ext cx="766439" cy="754603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다이아몬드 13">
            <a:extLst>
              <a:ext uri="{FF2B5EF4-FFF2-40B4-BE49-F238E27FC236}">
                <a16:creationId xmlns:a16="http://schemas.microsoft.com/office/drawing/2014/main" id="{E8355886-BCC5-ADEC-9B14-847CCE80FC32}"/>
              </a:ext>
            </a:extLst>
          </p:cNvPr>
          <p:cNvSpPr/>
          <p:nvPr/>
        </p:nvSpPr>
        <p:spPr>
          <a:xfrm>
            <a:off x="11260115" y="586896"/>
            <a:ext cx="425805" cy="425805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3165571-0C54-4C65-6A27-418C872B276D}"/>
              </a:ext>
            </a:extLst>
          </p:cNvPr>
          <p:cNvSpPr/>
          <p:nvPr/>
        </p:nvSpPr>
        <p:spPr>
          <a:xfrm>
            <a:off x="0" y="0"/>
            <a:ext cx="1420427" cy="1030457"/>
          </a:xfrm>
          <a:custGeom>
            <a:avLst/>
            <a:gdLst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1420427 w 1420427"/>
              <a:gd name="connsiteY2" fmla="*/ 1029810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452761 w 1420427"/>
              <a:gd name="connsiteY2" fmla="*/ 1020932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30457"/>
              <a:gd name="connsiteX1" fmla="*/ 1420427 w 1420427"/>
              <a:gd name="connsiteY1" fmla="*/ 0 h 1030457"/>
              <a:gd name="connsiteX2" fmla="*/ 445618 w 1420427"/>
              <a:gd name="connsiteY2" fmla="*/ 1030457 h 1030457"/>
              <a:gd name="connsiteX3" fmla="*/ 0 w 1420427"/>
              <a:gd name="connsiteY3" fmla="*/ 1029810 h 1030457"/>
              <a:gd name="connsiteX4" fmla="*/ 0 w 1420427"/>
              <a:gd name="connsiteY4" fmla="*/ 0 h 1030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0427" h="1030457">
                <a:moveTo>
                  <a:pt x="0" y="0"/>
                </a:moveTo>
                <a:lnTo>
                  <a:pt x="1420427" y="0"/>
                </a:lnTo>
                <a:lnTo>
                  <a:pt x="445618" y="1030457"/>
                </a:lnTo>
                <a:lnTo>
                  <a:pt x="0" y="1029810"/>
                </a:lnTo>
                <a:lnTo>
                  <a:pt x="0" y="0"/>
                </a:lnTo>
                <a:close/>
              </a:path>
            </a:pathLst>
          </a:cu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각 삼각형 14">
            <a:extLst>
              <a:ext uri="{FF2B5EF4-FFF2-40B4-BE49-F238E27FC236}">
                <a16:creationId xmlns:a16="http://schemas.microsoft.com/office/drawing/2014/main" id="{D0F43412-03B1-4B1C-DAD6-2473847F595D}"/>
              </a:ext>
            </a:extLst>
          </p:cNvPr>
          <p:cNvSpPr/>
          <p:nvPr/>
        </p:nvSpPr>
        <p:spPr>
          <a:xfrm flipV="1">
            <a:off x="0" y="-1"/>
            <a:ext cx="281179" cy="27520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2EE8C9B2-B720-9DD0-CEC5-EF4B3ACC3D91}"/>
              </a:ext>
            </a:extLst>
          </p:cNvPr>
          <p:cNvSpPr/>
          <p:nvPr/>
        </p:nvSpPr>
        <p:spPr>
          <a:xfrm flipH="1">
            <a:off x="11721914" y="6400800"/>
            <a:ext cx="470085" cy="4572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평행 사변형 17">
            <a:extLst>
              <a:ext uri="{FF2B5EF4-FFF2-40B4-BE49-F238E27FC236}">
                <a16:creationId xmlns:a16="http://schemas.microsoft.com/office/drawing/2014/main" id="{BDEAEDA2-8C26-DAEB-909E-7AFA5590A941}"/>
              </a:ext>
            </a:extLst>
          </p:cNvPr>
          <p:cNvSpPr/>
          <p:nvPr/>
        </p:nvSpPr>
        <p:spPr>
          <a:xfrm>
            <a:off x="10347974" y="5708342"/>
            <a:ext cx="1299530" cy="1149658"/>
          </a:xfrm>
          <a:prstGeom prst="parallelogram">
            <a:avLst>
              <a:gd name="adj" fmla="val 99132"/>
            </a:avLst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평행 사변형 18">
            <a:extLst>
              <a:ext uri="{FF2B5EF4-FFF2-40B4-BE49-F238E27FC236}">
                <a16:creationId xmlns:a16="http://schemas.microsoft.com/office/drawing/2014/main" id="{1341461C-8E9C-0964-A35B-C8FC6E53C0A7}"/>
              </a:ext>
            </a:extLst>
          </p:cNvPr>
          <p:cNvSpPr/>
          <p:nvPr/>
        </p:nvSpPr>
        <p:spPr>
          <a:xfrm>
            <a:off x="1065320" y="0"/>
            <a:ext cx="586410" cy="443883"/>
          </a:xfrm>
          <a:prstGeom prst="parallelogram">
            <a:avLst>
              <a:gd name="adj" fmla="val 99132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평행 사변형 19">
            <a:extLst>
              <a:ext uri="{FF2B5EF4-FFF2-40B4-BE49-F238E27FC236}">
                <a16:creationId xmlns:a16="http://schemas.microsoft.com/office/drawing/2014/main" id="{E45BD074-13FA-17E9-9F3C-7193ACE47CE7}"/>
              </a:ext>
            </a:extLst>
          </p:cNvPr>
          <p:cNvSpPr/>
          <p:nvPr/>
        </p:nvSpPr>
        <p:spPr>
          <a:xfrm>
            <a:off x="1" y="644788"/>
            <a:ext cx="489410" cy="488687"/>
          </a:xfrm>
          <a:custGeom>
            <a:avLst/>
            <a:gdLst>
              <a:gd name="connsiteX0" fmla="*/ 0 w 613235"/>
              <a:gd name="connsiteY0" fmla="*/ 488687 h 488687"/>
              <a:gd name="connsiteX1" fmla="*/ 484445 w 613235"/>
              <a:gd name="connsiteY1" fmla="*/ 0 h 488687"/>
              <a:gd name="connsiteX2" fmla="*/ 613235 w 613235"/>
              <a:gd name="connsiteY2" fmla="*/ 0 h 488687"/>
              <a:gd name="connsiteX3" fmla="*/ 128790 w 613235"/>
              <a:gd name="connsiteY3" fmla="*/ 488687 h 488687"/>
              <a:gd name="connsiteX4" fmla="*/ 0 w 613235"/>
              <a:gd name="connsiteY4" fmla="*/ 488687 h 488687"/>
              <a:gd name="connsiteX0" fmla="*/ 0 w 487029"/>
              <a:gd name="connsiteY0" fmla="*/ 360100 h 488687"/>
              <a:gd name="connsiteX1" fmla="*/ 358239 w 487029"/>
              <a:gd name="connsiteY1" fmla="*/ 0 h 488687"/>
              <a:gd name="connsiteX2" fmla="*/ 487029 w 487029"/>
              <a:gd name="connsiteY2" fmla="*/ 0 h 488687"/>
              <a:gd name="connsiteX3" fmla="*/ 2584 w 487029"/>
              <a:gd name="connsiteY3" fmla="*/ 488687 h 488687"/>
              <a:gd name="connsiteX4" fmla="*/ 0 w 487029"/>
              <a:gd name="connsiteY4" fmla="*/ 360100 h 488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029" h="488687">
                <a:moveTo>
                  <a:pt x="0" y="360100"/>
                </a:moveTo>
                <a:lnTo>
                  <a:pt x="358239" y="0"/>
                </a:lnTo>
                <a:lnTo>
                  <a:pt x="487029" y="0"/>
                </a:lnTo>
                <a:lnTo>
                  <a:pt x="2584" y="488687"/>
                </a:lnTo>
                <a:cubicBezTo>
                  <a:pt x="1723" y="445825"/>
                  <a:pt x="861" y="402962"/>
                  <a:pt x="0" y="360100"/>
                </a:cubicBezTo>
                <a:close/>
              </a:path>
            </a:pathLst>
          </a:custGeom>
          <a:solidFill>
            <a:srgbClr val="B7EA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35E478-5C7C-F49B-C966-B1439BED71FD}"/>
              </a:ext>
            </a:extLst>
          </p:cNvPr>
          <p:cNvSpPr txBox="1"/>
          <p:nvPr/>
        </p:nvSpPr>
        <p:spPr>
          <a:xfrm>
            <a:off x="0" y="137603"/>
            <a:ext cx="9433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03</a:t>
            </a:r>
            <a:endParaRPr lang="ko-KR" altLang="en-US" sz="32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7E8EDC-7937-6760-E3FF-C0612688A1A9}"/>
              </a:ext>
            </a:extLst>
          </p:cNvPr>
          <p:cNvSpPr txBox="1"/>
          <p:nvPr/>
        </p:nvSpPr>
        <p:spPr>
          <a:xfrm>
            <a:off x="1420427" y="142041"/>
            <a:ext cx="61963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지역 변수와 전역 변수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640894B-9255-96A8-CA18-F76AFCE8B2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06" y="6522064"/>
            <a:ext cx="1299531" cy="21467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6324639-FD8F-F1A0-50F9-609DA7C300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0427" y="849946"/>
            <a:ext cx="9305925" cy="3981450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F4ADF139-B4F3-8B3C-AFAA-5A76F3E618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6893" y="4779158"/>
            <a:ext cx="9309399" cy="1664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8295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ADD59-6469-E864-C53D-0975E1B55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각 삼각형 16">
            <a:extLst>
              <a:ext uri="{FF2B5EF4-FFF2-40B4-BE49-F238E27FC236}">
                <a16:creationId xmlns:a16="http://schemas.microsoft.com/office/drawing/2014/main" id="{61C26A15-A09C-0685-5A0B-6342A0CDE416}"/>
              </a:ext>
            </a:extLst>
          </p:cNvPr>
          <p:cNvSpPr/>
          <p:nvPr/>
        </p:nvSpPr>
        <p:spPr>
          <a:xfrm flipH="1">
            <a:off x="10626570" y="5335480"/>
            <a:ext cx="1565429" cy="1522520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B480DA7D-3D9D-6275-2540-F8795C6589F5}"/>
              </a:ext>
            </a:extLst>
          </p:cNvPr>
          <p:cNvSpPr/>
          <p:nvPr/>
        </p:nvSpPr>
        <p:spPr>
          <a:xfrm>
            <a:off x="346229" y="0"/>
            <a:ext cx="11274641" cy="754603"/>
          </a:xfrm>
          <a:prstGeom prst="parallelogram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각 삼각형 12">
            <a:extLst>
              <a:ext uri="{FF2B5EF4-FFF2-40B4-BE49-F238E27FC236}">
                <a16:creationId xmlns:a16="http://schemas.microsoft.com/office/drawing/2014/main" id="{10E869F4-A6FC-2735-956A-2CE702D4DC8E}"/>
              </a:ext>
            </a:extLst>
          </p:cNvPr>
          <p:cNvSpPr/>
          <p:nvPr/>
        </p:nvSpPr>
        <p:spPr>
          <a:xfrm flipV="1">
            <a:off x="11425560" y="-1"/>
            <a:ext cx="766439" cy="754603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다이아몬드 13">
            <a:extLst>
              <a:ext uri="{FF2B5EF4-FFF2-40B4-BE49-F238E27FC236}">
                <a16:creationId xmlns:a16="http://schemas.microsoft.com/office/drawing/2014/main" id="{50D10E3E-EA2E-5AD4-6FFF-193863E23CD5}"/>
              </a:ext>
            </a:extLst>
          </p:cNvPr>
          <p:cNvSpPr/>
          <p:nvPr/>
        </p:nvSpPr>
        <p:spPr>
          <a:xfrm>
            <a:off x="11260115" y="586896"/>
            <a:ext cx="425805" cy="425805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6E6783B-9807-42C2-8631-A52E4FC98DCD}"/>
              </a:ext>
            </a:extLst>
          </p:cNvPr>
          <p:cNvSpPr/>
          <p:nvPr/>
        </p:nvSpPr>
        <p:spPr>
          <a:xfrm>
            <a:off x="0" y="0"/>
            <a:ext cx="1420427" cy="1030457"/>
          </a:xfrm>
          <a:custGeom>
            <a:avLst/>
            <a:gdLst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1420427 w 1420427"/>
              <a:gd name="connsiteY2" fmla="*/ 1029810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452761 w 1420427"/>
              <a:gd name="connsiteY2" fmla="*/ 1020932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30457"/>
              <a:gd name="connsiteX1" fmla="*/ 1420427 w 1420427"/>
              <a:gd name="connsiteY1" fmla="*/ 0 h 1030457"/>
              <a:gd name="connsiteX2" fmla="*/ 445618 w 1420427"/>
              <a:gd name="connsiteY2" fmla="*/ 1030457 h 1030457"/>
              <a:gd name="connsiteX3" fmla="*/ 0 w 1420427"/>
              <a:gd name="connsiteY3" fmla="*/ 1029810 h 1030457"/>
              <a:gd name="connsiteX4" fmla="*/ 0 w 1420427"/>
              <a:gd name="connsiteY4" fmla="*/ 0 h 1030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0427" h="1030457">
                <a:moveTo>
                  <a:pt x="0" y="0"/>
                </a:moveTo>
                <a:lnTo>
                  <a:pt x="1420427" y="0"/>
                </a:lnTo>
                <a:lnTo>
                  <a:pt x="445618" y="1030457"/>
                </a:lnTo>
                <a:lnTo>
                  <a:pt x="0" y="1029810"/>
                </a:lnTo>
                <a:lnTo>
                  <a:pt x="0" y="0"/>
                </a:lnTo>
                <a:close/>
              </a:path>
            </a:pathLst>
          </a:cu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각 삼각형 14">
            <a:extLst>
              <a:ext uri="{FF2B5EF4-FFF2-40B4-BE49-F238E27FC236}">
                <a16:creationId xmlns:a16="http://schemas.microsoft.com/office/drawing/2014/main" id="{C9DAD9CC-7AEA-7CF9-9860-957748951999}"/>
              </a:ext>
            </a:extLst>
          </p:cNvPr>
          <p:cNvSpPr/>
          <p:nvPr/>
        </p:nvSpPr>
        <p:spPr>
          <a:xfrm flipV="1">
            <a:off x="0" y="-1"/>
            <a:ext cx="281179" cy="27520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107A9F4E-C2FE-FEE6-0283-FE8006D01C1C}"/>
              </a:ext>
            </a:extLst>
          </p:cNvPr>
          <p:cNvSpPr/>
          <p:nvPr/>
        </p:nvSpPr>
        <p:spPr>
          <a:xfrm flipH="1">
            <a:off x="11721914" y="6400800"/>
            <a:ext cx="470085" cy="4572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평행 사변형 17">
            <a:extLst>
              <a:ext uri="{FF2B5EF4-FFF2-40B4-BE49-F238E27FC236}">
                <a16:creationId xmlns:a16="http://schemas.microsoft.com/office/drawing/2014/main" id="{7F92DDA6-2B32-0460-561C-944A286305A1}"/>
              </a:ext>
            </a:extLst>
          </p:cNvPr>
          <p:cNvSpPr/>
          <p:nvPr/>
        </p:nvSpPr>
        <p:spPr>
          <a:xfrm>
            <a:off x="10347974" y="5708342"/>
            <a:ext cx="1299530" cy="1149658"/>
          </a:xfrm>
          <a:prstGeom prst="parallelogram">
            <a:avLst>
              <a:gd name="adj" fmla="val 99132"/>
            </a:avLst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평행 사변형 18">
            <a:extLst>
              <a:ext uri="{FF2B5EF4-FFF2-40B4-BE49-F238E27FC236}">
                <a16:creationId xmlns:a16="http://schemas.microsoft.com/office/drawing/2014/main" id="{ED603351-1431-2F98-6AE1-4DEC05298765}"/>
              </a:ext>
            </a:extLst>
          </p:cNvPr>
          <p:cNvSpPr/>
          <p:nvPr/>
        </p:nvSpPr>
        <p:spPr>
          <a:xfrm>
            <a:off x="1065320" y="0"/>
            <a:ext cx="586410" cy="443883"/>
          </a:xfrm>
          <a:prstGeom prst="parallelogram">
            <a:avLst>
              <a:gd name="adj" fmla="val 99132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평행 사변형 19">
            <a:extLst>
              <a:ext uri="{FF2B5EF4-FFF2-40B4-BE49-F238E27FC236}">
                <a16:creationId xmlns:a16="http://schemas.microsoft.com/office/drawing/2014/main" id="{3799CD1D-09DF-7F29-1301-24EF9E2E491F}"/>
              </a:ext>
            </a:extLst>
          </p:cNvPr>
          <p:cNvSpPr/>
          <p:nvPr/>
        </p:nvSpPr>
        <p:spPr>
          <a:xfrm>
            <a:off x="1" y="644788"/>
            <a:ext cx="489410" cy="488687"/>
          </a:xfrm>
          <a:custGeom>
            <a:avLst/>
            <a:gdLst>
              <a:gd name="connsiteX0" fmla="*/ 0 w 613235"/>
              <a:gd name="connsiteY0" fmla="*/ 488687 h 488687"/>
              <a:gd name="connsiteX1" fmla="*/ 484445 w 613235"/>
              <a:gd name="connsiteY1" fmla="*/ 0 h 488687"/>
              <a:gd name="connsiteX2" fmla="*/ 613235 w 613235"/>
              <a:gd name="connsiteY2" fmla="*/ 0 h 488687"/>
              <a:gd name="connsiteX3" fmla="*/ 128790 w 613235"/>
              <a:gd name="connsiteY3" fmla="*/ 488687 h 488687"/>
              <a:gd name="connsiteX4" fmla="*/ 0 w 613235"/>
              <a:gd name="connsiteY4" fmla="*/ 488687 h 488687"/>
              <a:gd name="connsiteX0" fmla="*/ 0 w 487029"/>
              <a:gd name="connsiteY0" fmla="*/ 360100 h 488687"/>
              <a:gd name="connsiteX1" fmla="*/ 358239 w 487029"/>
              <a:gd name="connsiteY1" fmla="*/ 0 h 488687"/>
              <a:gd name="connsiteX2" fmla="*/ 487029 w 487029"/>
              <a:gd name="connsiteY2" fmla="*/ 0 h 488687"/>
              <a:gd name="connsiteX3" fmla="*/ 2584 w 487029"/>
              <a:gd name="connsiteY3" fmla="*/ 488687 h 488687"/>
              <a:gd name="connsiteX4" fmla="*/ 0 w 487029"/>
              <a:gd name="connsiteY4" fmla="*/ 360100 h 488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029" h="488687">
                <a:moveTo>
                  <a:pt x="0" y="360100"/>
                </a:moveTo>
                <a:lnTo>
                  <a:pt x="358239" y="0"/>
                </a:lnTo>
                <a:lnTo>
                  <a:pt x="487029" y="0"/>
                </a:lnTo>
                <a:lnTo>
                  <a:pt x="2584" y="488687"/>
                </a:lnTo>
                <a:cubicBezTo>
                  <a:pt x="1723" y="445825"/>
                  <a:pt x="861" y="402962"/>
                  <a:pt x="0" y="360100"/>
                </a:cubicBezTo>
                <a:close/>
              </a:path>
            </a:pathLst>
          </a:custGeom>
          <a:solidFill>
            <a:srgbClr val="B7EA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508D3C-9157-7A27-B6B2-131D393D224D}"/>
              </a:ext>
            </a:extLst>
          </p:cNvPr>
          <p:cNvSpPr txBox="1"/>
          <p:nvPr/>
        </p:nvSpPr>
        <p:spPr>
          <a:xfrm>
            <a:off x="0" y="137603"/>
            <a:ext cx="9433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03</a:t>
            </a:r>
            <a:endParaRPr lang="ko-KR" altLang="en-US" sz="32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B2D0C4-DBF0-1999-54BD-64F7D77DC707}"/>
              </a:ext>
            </a:extLst>
          </p:cNvPr>
          <p:cNvSpPr txBox="1"/>
          <p:nvPr/>
        </p:nvSpPr>
        <p:spPr>
          <a:xfrm>
            <a:off x="1420427" y="142041"/>
            <a:ext cx="61963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지역 변수와 전역 변수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A31C421-CBF6-D773-552C-63B7BE7829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06" y="6522064"/>
            <a:ext cx="1299531" cy="214672"/>
          </a:xfrm>
          <a:prstGeom prst="rect">
            <a:avLst/>
          </a:prstGeom>
        </p:spPr>
      </p:pic>
      <p:sp>
        <p:nvSpPr>
          <p:cNvPr id="8" name="모서리가 둥근 직사각형 3">
            <a:extLst>
              <a:ext uri="{FF2B5EF4-FFF2-40B4-BE49-F238E27FC236}">
                <a16:creationId xmlns:a16="http://schemas.microsoft.com/office/drawing/2014/main" id="{7B4DDE94-3888-8DD7-6E9C-F48BBD927E10}"/>
              </a:ext>
            </a:extLst>
          </p:cNvPr>
          <p:cNvSpPr/>
          <p:nvPr/>
        </p:nvSpPr>
        <p:spPr>
          <a:xfrm>
            <a:off x="1740506" y="1242638"/>
            <a:ext cx="8886064" cy="4854102"/>
          </a:xfrm>
          <a:prstGeom prst="roundRect">
            <a:avLst>
              <a:gd name="adj" fmla="val 9910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3600" dirty="0">
                <a:solidFill>
                  <a:srgbClr val="FF000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a = 5</a:t>
            </a:r>
          </a:p>
          <a:p>
            <a:r>
              <a:rPr lang="en-US" altLang="ko-KR" sz="36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def pp():</a:t>
            </a:r>
          </a:p>
          <a:p>
            <a:r>
              <a:rPr lang="en-US" altLang="ko-KR" sz="36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  </a:t>
            </a:r>
            <a:r>
              <a:rPr lang="en-US" altLang="ko-KR" sz="3600" dirty="0">
                <a:solidFill>
                  <a:srgbClr val="00B05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a = 3</a:t>
            </a:r>
          </a:p>
          <a:p>
            <a:r>
              <a:rPr lang="en-US" altLang="ko-KR" sz="36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  print(</a:t>
            </a:r>
            <a:r>
              <a:rPr lang="en-US" altLang="ko-KR" sz="3600" dirty="0">
                <a:solidFill>
                  <a:srgbClr val="00B05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a</a:t>
            </a:r>
            <a:r>
              <a:rPr lang="en-US" altLang="ko-KR" sz="36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</a:p>
          <a:p>
            <a:endParaRPr lang="en-US" altLang="ko-KR" sz="36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r>
              <a:rPr lang="en-US" altLang="ko-KR" sz="36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pp()</a:t>
            </a:r>
          </a:p>
          <a:p>
            <a:r>
              <a:rPr lang="en-US" altLang="ko-KR" sz="36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print(</a:t>
            </a:r>
            <a:r>
              <a:rPr lang="en-US" altLang="ko-KR" sz="3600" dirty="0">
                <a:solidFill>
                  <a:srgbClr val="FF000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a</a:t>
            </a:r>
            <a:r>
              <a:rPr lang="en-US" altLang="ko-KR" sz="36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6448C8E8-FC25-8D42-C90F-45DA65DC3F8F}"/>
              </a:ext>
            </a:extLst>
          </p:cNvPr>
          <p:cNvCxnSpPr/>
          <p:nvPr/>
        </p:nvCxnSpPr>
        <p:spPr>
          <a:xfrm>
            <a:off x="3317132" y="1994170"/>
            <a:ext cx="353114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7DA3C8C-5320-3471-34CF-D47143B200EC}"/>
              </a:ext>
            </a:extLst>
          </p:cNvPr>
          <p:cNvSpPr txBox="1"/>
          <p:nvPr/>
        </p:nvSpPr>
        <p:spPr>
          <a:xfrm>
            <a:off x="7101191" y="1732560"/>
            <a:ext cx="31105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rgbClr val="FF0000"/>
                </a:solidFill>
                <a:highlight>
                  <a:srgbClr val="FFFF00"/>
                </a:highlight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Global</a:t>
            </a:r>
            <a:r>
              <a:rPr lang="en-US" altLang="ko-KR" sz="2800" dirty="0">
                <a:highlight>
                  <a:srgbClr val="FFFF00"/>
                </a:highlight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 Variable</a:t>
            </a:r>
            <a:endParaRPr lang="ko-KR" altLang="en-US" sz="2800" dirty="0">
              <a:highlight>
                <a:srgbClr val="FFFF00"/>
              </a:highlight>
              <a:latin typeface="Pretendard SemiBold" panose="020B0600000101010101" charset="-127"/>
              <a:ea typeface="Pretendard SemiBold" panose="020B0600000101010101" charset="-127"/>
              <a:cs typeface="Pretendard SemiBold" panose="020B0600000101010101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7BFAE6-030B-30A7-70D6-6F90DDEBC326}"/>
              </a:ext>
            </a:extLst>
          </p:cNvPr>
          <p:cNvSpPr txBox="1"/>
          <p:nvPr/>
        </p:nvSpPr>
        <p:spPr>
          <a:xfrm>
            <a:off x="7101190" y="2851525"/>
            <a:ext cx="31105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rgbClr val="00B050"/>
                </a:solidFill>
                <a:highlight>
                  <a:srgbClr val="FFFF00"/>
                </a:highlight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Local</a:t>
            </a:r>
            <a:r>
              <a:rPr lang="en-US" altLang="ko-KR" sz="2800" dirty="0">
                <a:highlight>
                  <a:srgbClr val="FFFF00"/>
                </a:highlight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 Variable</a:t>
            </a:r>
            <a:endParaRPr lang="ko-KR" altLang="en-US" sz="2800" dirty="0">
              <a:highlight>
                <a:srgbClr val="FFFF00"/>
              </a:highlight>
              <a:latin typeface="Pretendard SemiBold" panose="020B0600000101010101" charset="-127"/>
              <a:ea typeface="Pretendard SemiBold" panose="020B0600000101010101" charset="-127"/>
              <a:cs typeface="Pretendard SemiBold" panose="020B0600000101010101" charset="-127"/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CEEBBECF-45B1-E9F1-A988-AE808434961C}"/>
              </a:ext>
            </a:extLst>
          </p:cNvPr>
          <p:cNvCxnSpPr>
            <a:cxnSpLocks/>
          </p:cNvCxnSpPr>
          <p:nvPr/>
        </p:nvCxnSpPr>
        <p:spPr>
          <a:xfrm>
            <a:off x="3764604" y="3113135"/>
            <a:ext cx="308366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8415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CD9DB-2BD4-9A5C-84EF-D12F86F47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각 삼각형 16">
            <a:extLst>
              <a:ext uri="{FF2B5EF4-FFF2-40B4-BE49-F238E27FC236}">
                <a16:creationId xmlns:a16="http://schemas.microsoft.com/office/drawing/2014/main" id="{365D74C3-1F78-0706-5F98-EF3C1CE0E8F1}"/>
              </a:ext>
            </a:extLst>
          </p:cNvPr>
          <p:cNvSpPr/>
          <p:nvPr/>
        </p:nvSpPr>
        <p:spPr>
          <a:xfrm flipH="1">
            <a:off x="10626570" y="5335480"/>
            <a:ext cx="1565429" cy="1522520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69C03518-C3FA-D137-FCD2-270C7B9289D8}"/>
              </a:ext>
            </a:extLst>
          </p:cNvPr>
          <p:cNvSpPr/>
          <p:nvPr/>
        </p:nvSpPr>
        <p:spPr>
          <a:xfrm>
            <a:off x="346229" y="0"/>
            <a:ext cx="11274641" cy="754603"/>
          </a:xfrm>
          <a:prstGeom prst="parallelogram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각 삼각형 12">
            <a:extLst>
              <a:ext uri="{FF2B5EF4-FFF2-40B4-BE49-F238E27FC236}">
                <a16:creationId xmlns:a16="http://schemas.microsoft.com/office/drawing/2014/main" id="{54AA22AA-ED0C-3AF0-3788-7252C8AB198E}"/>
              </a:ext>
            </a:extLst>
          </p:cNvPr>
          <p:cNvSpPr/>
          <p:nvPr/>
        </p:nvSpPr>
        <p:spPr>
          <a:xfrm flipV="1">
            <a:off x="11425560" y="-1"/>
            <a:ext cx="766439" cy="754603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다이아몬드 13">
            <a:extLst>
              <a:ext uri="{FF2B5EF4-FFF2-40B4-BE49-F238E27FC236}">
                <a16:creationId xmlns:a16="http://schemas.microsoft.com/office/drawing/2014/main" id="{D3595220-8A7F-9A68-9ED6-AD46095D78FE}"/>
              </a:ext>
            </a:extLst>
          </p:cNvPr>
          <p:cNvSpPr/>
          <p:nvPr/>
        </p:nvSpPr>
        <p:spPr>
          <a:xfrm>
            <a:off x="11260115" y="586896"/>
            <a:ext cx="425805" cy="425805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0C8F880-27B3-1D55-B196-1C7845D91A32}"/>
              </a:ext>
            </a:extLst>
          </p:cNvPr>
          <p:cNvSpPr/>
          <p:nvPr/>
        </p:nvSpPr>
        <p:spPr>
          <a:xfrm>
            <a:off x="0" y="0"/>
            <a:ext cx="1420427" cy="1030457"/>
          </a:xfrm>
          <a:custGeom>
            <a:avLst/>
            <a:gdLst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1420427 w 1420427"/>
              <a:gd name="connsiteY2" fmla="*/ 1029810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452761 w 1420427"/>
              <a:gd name="connsiteY2" fmla="*/ 1020932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30457"/>
              <a:gd name="connsiteX1" fmla="*/ 1420427 w 1420427"/>
              <a:gd name="connsiteY1" fmla="*/ 0 h 1030457"/>
              <a:gd name="connsiteX2" fmla="*/ 445618 w 1420427"/>
              <a:gd name="connsiteY2" fmla="*/ 1030457 h 1030457"/>
              <a:gd name="connsiteX3" fmla="*/ 0 w 1420427"/>
              <a:gd name="connsiteY3" fmla="*/ 1029810 h 1030457"/>
              <a:gd name="connsiteX4" fmla="*/ 0 w 1420427"/>
              <a:gd name="connsiteY4" fmla="*/ 0 h 1030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0427" h="1030457">
                <a:moveTo>
                  <a:pt x="0" y="0"/>
                </a:moveTo>
                <a:lnTo>
                  <a:pt x="1420427" y="0"/>
                </a:lnTo>
                <a:lnTo>
                  <a:pt x="445618" y="1030457"/>
                </a:lnTo>
                <a:lnTo>
                  <a:pt x="0" y="1029810"/>
                </a:lnTo>
                <a:lnTo>
                  <a:pt x="0" y="0"/>
                </a:lnTo>
                <a:close/>
              </a:path>
            </a:pathLst>
          </a:cu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각 삼각형 14">
            <a:extLst>
              <a:ext uri="{FF2B5EF4-FFF2-40B4-BE49-F238E27FC236}">
                <a16:creationId xmlns:a16="http://schemas.microsoft.com/office/drawing/2014/main" id="{291A00B3-1292-8000-FC56-2BB3DBABE3C1}"/>
              </a:ext>
            </a:extLst>
          </p:cNvPr>
          <p:cNvSpPr/>
          <p:nvPr/>
        </p:nvSpPr>
        <p:spPr>
          <a:xfrm flipV="1">
            <a:off x="0" y="-1"/>
            <a:ext cx="281179" cy="27520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6612149C-3456-7B5C-89AC-1C7E7AF37AB8}"/>
              </a:ext>
            </a:extLst>
          </p:cNvPr>
          <p:cNvSpPr/>
          <p:nvPr/>
        </p:nvSpPr>
        <p:spPr>
          <a:xfrm flipH="1">
            <a:off x="11721914" y="6400800"/>
            <a:ext cx="470085" cy="4572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평행 사변형 17">
            <a:extLst>
              <a:ext uri="{FF2B5EF4-FFF2-40B4-BE49-F238E27FC236}">
                <a16:creationId xmlns:a16="http://schemas.microsoft.com/office/drawing/2014/main" id="{8FB222F7-CC3F-DD81-696C-FE37C4CB949B}"/>
              </a:ext>
            </a:extLst>
          </p:cNvPr>
          <p:cNvSpPr/>
          <p:nvPr/>
        </p:nvSpPr>
        <p:spPr>
          <a:xfrm>
            <a:off x="10347974" y="5708342"/>
            <a:ext cx="1299530" cy="1149658"/>
          </a:xfrm>
          <a:prstGeom prst="parallelogram">
            <a:avLst>
              <a:gd name="adj" fmla="val 99132"/>
            </a:avLst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평행 사변형 18">
            <a:extLst>
              <a:ext uri="{FF2B5EF4-FFF2-40B4-BE49-F238E27FC236}">
                <a16:creationId xmlns:a16="http://schemas.microsoft.com/office/drawing/2014/main" id="{9F3B1645-4FC7-B0BE-D185-E6D227FBAE82}"/>
              </a:ext>
            </a:extLst>
          </p:cNvPr>
          <p:cNvSpPr/>
          <p:nvPr/>
        </p:nvSpPr>
        <p:spPr>
          <a:xfrm>
            <a:off x="1065320" y="0"/>
            <a:ext cx="586410" cy="443883"/>
          </a:xfrm>
          <a:prstGeom prst="parallelogram">
            <a:avLst>
              <a:gd name="adj" fmla="val 99132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평행 사변형 19">
            <a:extLst>
              <a:ext uri="{FF2B5EF4-FFF2-40B4-BE49-F238E27FC236}">
                <a16:creationId xmlns:a16="http://schemas.microsoft.com/office/drawing/2014/main" id="{C8E250DC-1822-CC18-D6F5-BE57F3FC2D7A}"/>
              </a:ext>
            </a:extLst>
          </p:cNvPr>
          <p:cNvSpPr/>
          <p:nvPr/>
        </p:nvSpPr>
        <p:spPr>
          <a:xfrm>
            <a:off x="1" y="644788"/>
            <a:ext cx="489410" cy="488687"/>
          </a:xfrm>
          <a:custGeom>
            <a:avLst/>
            <a:gdLst>
              <a:gd name="connsiteX0" fmla="*/ 0 w 613235"/>
              <a:gd name="connsiteY0" fmla="*/ 488687 h 488687"/>
              <a:gd name="connsiteX1" fmla="*/ 484445 w 613235"/>
              <a:gd name="connsiteY1" fmla="*/ 0 h 488687"/>
              <a:gd name="connsiteX2" fmla="*/ 613235 w 613235"/>
              <a:gd name="connsiteY2" fmla="*/ 0 h 488687"/>
              <a:gd name="connsiteX3" fmla="*/ 128790 w 613235"/>
              <a:gd name="connsiteY3" fmla="*/ 488687 h 488687"/>
              <a:gd name="connsiteX4" fmla="*/ 0 w 613235"/>
              <a:gd name="connsiteY4" fmla="*/ 488687 h 488687"/>
              <a:gd name="connsiteX0" fmla="*/ 0 w 487029"/>
              <a:gd name="connsiteY0" fmla="*/ 360100 h 488687"/>
              <a:gd name="connsiteX1" fmla="*/ 358239 w 487029"/>
              <a:gd name="connsiteY1" fmla="*/ 0 h 488687"/>
              <a:gd name="connsiteX2" fmla="*/ 487029 w 487029"/>
              <a:gd name="connsiteY2" fmla="*/ 0 h 488687"/>
              <a:gd name="connsiteX3" fmla="*/ 2584 w 487029"/>
              <a:gd name="connsiteY3" fmla="*/ 488687 h 488687"/>
              <a:gd name="connsiteX4" fmla="*/ 0 w 487029"/>
              <a:gd name="connsiteY4" fmla="*/ 360100 h 488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029" h="488687">
                <a:moveTo>
                  <a:pt x="0" y="360100"/>
                </a:moveTo>
                <a:lnTo>
                  <a:pt x="358239" y="0"/>
                </a:lnTo>
                <a:lnTo>
                  <a:pt x="487029" y="0"/>
                </a:lnTo>
                <a:lnTo>
                  <a:pt x="2584" y="488687"/>
                </a:lnTo>
                <a:cubicBezTo>
                  <a:pt x="1723" y="445825"/>
                  <a:pt x="861" y="402962"/>
                  <a:pt x="0" y="360100"/>
                </a:cubicBezTo>
                <a:close/>
              </a:path>
            </a:pathLst>
          </a:custGeom>
          <a:solidFill>
            <a:srgbClr val="B7EA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E27B5E-4AF6-AACC-A326-4547A717DE9C}"/>
              </a:ext>
            </a:extLst>
          </p:cNvPr>
          <p:cNvSpPr txBox="1"/>
          <p:nvPr/>
        </p:nvSpPr>
        <p:spPr>
          <a:xfrm>
            <a:off x="0" y="137603"/>
            <a:ext cx="9433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04</a:t>
            </a:r>
            <a:endParaRPr lang="ko-KR" altLang="en-US" sz="32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E34655-C656-FA4B-8D64-24BD862B9FB8}"/>
              </a:ext>
            </a:extLst>
          </p:cNvPr>
          <p:cNvSpPr txBox="1"/>
          <p:nvPr/>
        </p:nvSpPr>
        <p:spPr>
          <a:xfrm>
            <a:off x="1420427" y="142041"/>
            <a:ext cx="45341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global</a:t>
            </a:r>
            <a:endParaRPr lang="ko-KR" altLang="en-US" sz="3200" dirty="0">
              <a:solidFill>
                <a:srgbClr val="51B8B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EF4A26B-B1DE-8CD6-3AFA-66C764E407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06" y="6522064"/>
            <a:ext cx="1299531" cy="214672"/>
          </a:xfrm>
          <a:prstGeom prst="rect">
            <a:avLst/>
          </a:prstGeom>
        </p:spPr>
      </p:pic>
      <p:sp>
        <p:nvSpPr>
          <p:cNvPr id="8" name="모서리가 둥근 직사각형 3">
            <a:extLst>
              <a:ext uri="{FF2B5EF4-FFF2-40B4-BE49-F238E27FC236}">
                <a16:creationId xmlns:a16="http://schemas.microsoft.com/office/drawing/2014/main" id="{7A506CDA-4FB4-F681-0C16-9A39299ADF22}"/>
              </a:ext>
            </a:extLst>
          </p:cNvPr>
          <p:cNvSpPr/>
          <p:nvPr/>
        </p:nvSpPr>
        <p:spPr>
          <a:xfrm>
            <a:off x="1740506" y="1826088"/>
            <a:ext cx="8886064" cy="4854102"/>
          </a:xfrm>
          <a:prstGeom prst="roundRect">
            <a:avLst>
              <a:gd name="adj" fmla="val 9910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36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a = 10</a:t>
            </a:r>
          </a:p>
          <a:p>
            <a:r>
              <a:rPr lang="en-US" altLang="ko-KR" sz="36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def change():</a:t>
            </a:r>
          </a:p>
          <a:p>
            <a:r>
              <a:rPr lang="en-US" altLang="ko-KR" sz="36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  </a:t>
            </a:r>
            <a:r>
              <a:rPr lang="en-US" altLang="ko-KR" sz="3600" dirty="0">
                <a:solidFill>
                  <a:schemeClr val="tx1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</a:rPr>
              <a:t>global</a:t>
            </a:r>
            <a:r>
              <a:rPr lang="en-US" altLang="ko-KR" sz="36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 a</a:t>
            </a:r>
          </a:p>
          <a:p>
            <a:r>
              <a:rPr lang="en-US" altLang="ko-KR" sz="36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  a = 3</a:t>
            </a:r>
          </a:p>
          <a:p>
            <a:endParaRPr lang="en-US" altLang="ko-KR" sz="36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r>
              <a:rPr lang="en-US" altLang="ko-KR" sz="36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print(a)</a:t>
            </a:r>
          </a:p>
          <a:p>
            <a:r>
              <a:rPr lang="en-US" altLang="ko-KR" sz="36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change()</a:t>
            </a:r>
          </a:p>
          <a:p>
            <a:r>
              <a:rPr lang="en-US" altLang="ko-KR" sz="36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print(a)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AE94D5-C40C-97A0-1A2F-F4A967AA3058}"/>
              </a:ext>
            </a:extLst>
          </p:cNvPr>
          <p:cNvSpPr txBox="1"/>
          <p:nvPr/>
        </p:nvSpPr>
        <p:spPr>
          <a:xfrm>
            <a:off x="894471" y="1147835"/>
            <a:ext cx="103052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함수 안에서 </a:t>
            </a:r>
            <a:r>
              <a:rPr lang="ko-KR" altLang="en-US" sz="2800" dirty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전역 변수</a:t>
            </a:r>
            <a:r>
              <a:rPr lang="ko-KR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의 </a:t>
            </a:r>
            <a:r>
              <a:rPr lang="ko-KR" altLang="en-US" sz="2800" dirty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값을 수정</a:t>
            </a:r>
            <a:r>
              <a:rPr lang="ko-KR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할 수 있음</a:t>
            </a:r>
            <a:r>
              <a:rPr lang="en-US" altLang="ko-KR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4169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45131-4BB2-9828-AE5D-206EC87EF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각 삼각형 16">
            <a:extLst>
              <a:ext uri="{FF2B5EF4-FFF2-40B4-BE49-F238E27FC236}">
                <a16:creationId xmlns:a16="http://schemas.microsoft.com/office/drawing/2014/main" id="{9BA6FF71-2383-CD39-D53E-4FF0FEE46E95}"/>
              </a:ext>
            </a:extLst>
          </p:cNvPr>
          <p:cNvSpPr/>
          <p:nvPr/>
        </p:nvSpPr>
        <p:spPr>
          <a:xfrm flipH="1">
            <a:off x="10626570" y="5335480"/>
            <a:ext cx="1565429" cy="1522520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45417D02-30A1-DA42-7B12-D1844117BA9A}"/>
              </a:ext>
            </a:extLst>
          </p:cNvPr>
          <p:cNvSpPr/>
          <p:nvPr/>
        </p:nvSpPr>
        <p:spPr>
          <a:xfrm>
            <a:off x="346229" y="0"/>
            <a:ext cx="11274641" cy="754603"/>
          </a:xfrm>
          <a:prstGeom prst="parallelogram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각 삼각형 12">
            <a:extLst>
              <a:ext uri="{FF2B5EF4-FFF2-40B4-BE49-F238E27FC236}">
                <a16:creationId xmlns:a16="http://schemas.microsoft.com/office/drawing/2014/main" id="{C251328C-36A6-DC96-D0C5-B2F95990FC02}"/>
              </a:ext>
            </a:extLst>
          </p:cNvPr>
          <p:cNvSpPr/>
          <p:nvPr/>
        </p:nvSpPr>
        <p:spPr>
          <a:xfrm flipV="1">
            <a:off x="11425560" y="-1"/>
            <a:ext cx="766439" cy="754603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다이아몬드 13">
            <a:extLst>
              <a:ext uri="{FF2B5EF4-FFF2-40B4-BE49-F238E27FC236}">
                <a16:creationId xmlns:a16="http://schemas.microsoft.com/office/drawing/2014/main" id="{0EF3E725-B2F5-3C61-6866-FD01CEED5CDE}"/>
              </a:ext>
            </a:extLst>
          </p:cNvPr>
          <p:cNvSpPr/>
          <p:nvPr/>
        </p:nvSpPr>
        <p:spPr>
          <a:xfrm>
            <a:off x="11260115" y="586896"/>
            <a:ext cx="425805" cy="425805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C2F938B-E4AE-3BA5-C707-68632DF3E1D3}"/>
              </a:ext>
            </a:extLst>
          </p:cNvPr>
          <p:cNvSpPr/>
          <p:nvPr/>
        </p:nvSpPr>
        <p:spPr>
          <a:xfrm>
            <a:off x="0" y="0"/>
            <a:ext cx="1420427" cy="1030457"/>
          </a:xfrm>
          <a:custGeom>
            <a:avLst/>
            <a:gdLst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1420427 w 1420427"/>
              <a:gd name="connsiteY2" fmla="*/ 1029810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452761 w 1420427"/>
              <a:gd name="connsiteY2" fmla="*/ 1020932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30457"/>
              <a:gd name="connsiteX1" fmla="*/ 1420427 w 1420427"/>
              <a:gd name="connsiteY1" fmla="*/ 0 h 1030457"/>
              <a:gd name="connsiteX2" fmla="*/ 445618 w 1420427"/>
              <a:gd name="connsiteY2" fmla="*/ 1030457 h 1030457"/>
              <a:gd name="connsiteX3" fmla="*/ 0 w 1420427"/>
              <a:gd name="connsiteY3" fmla="*/ 1029810 h 1030457"/>
              <a:gd name="connsiteX4" fmla="*/ 0 w 1420427"/>
              <a:gd name="connsiteY4" fmla="*/ 0 h 1030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0427" h="1030457">
                <a:moveTo>
                  <a:pt x="0" y="0"/>
                </a:moveTo>
                <a:lnTo>
                  <a:pt x="1420427" y="0"/>
                </a:lnTo>
                <a:lnTo>
                  <a:pt x="445618" y="1030457"/>
                </a:lnTo>
                <a:lnTo>
                  <a:pt x="0" y="1029810"/>
                </a:lnTo>
                <a:lnTo>
                  <a:pt x="0" y="0"/>
                </a:lnTo>
                <a:close/>
              </a:path>
            </a:pathLst>
          </a:cu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각 삼각형 14">
            <a:extLst>
              <a:ext uri="{FF2B5EF4-FFF2-40B4-BE49-F238E27FC236}">
                <a16:creationId xmlns:a16="http://schemas.microsoft.com/office/drawing/2014/main" id="{E686BCFF-012D-CABF-3419-15DBE912E9BE}"/>
              </a:ext>
            </a:extLst>
          </p:cNvPr>
          <p:cNvSpPr/>
          <p:nvPr/>
        </p:nvSpPr>
        <p:spPr>
          <a:xfrm flipV="1">
            <a:off x="0" y="-1"/>
            <a:ext cx="281179" cy="27520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E037B4E6-23AE-81D0-9189-0B401C2B727F}"/>
              </a:ext>
            </a:extLst>
          </p:cNvPr>
          <p:cNvSpPr/>
          <p:nvPr/>
        </p:nvSpPr>
        <p:spPr>
          <a:xfrm flipH="1">
            <a:off x="11721914" y="6400800"/>
            <a:ext cx="470085" cy="4572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평행 사변형 17">
            <a:extLst>
              <a:ext uri="{FF2B5EF4-FFF2-40B4-BE49-F238E27FC236}">
                <a16:creationId xmlns:a16="http://schemas.microsoft.com/office/drawing/2014/main" id="{1E6D9361-A7C5-6FD2-7A52-6C7A7961B523}"/>
              </a:ext>
            </a:extLst>
          </p:cNvPr>
          <p:cNvSpPr/>
          <p:nvPr/>
        </p:nvSpPr>
        <p:spPr>
          <a:xfrm>
            <a:off x="10347974" y="5708342"/>
            <a:ext cx="1299530" cy="1149658"/>
          </a:xfrm>
          <a:prstGeom prst="parallelogram">
            <a:avLst>
              <a:gd name="adj" fmla="val 99132"/>
            </a:avLst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평행 사변형 18">
            <a:extLst>
              <a:ext uri="{FF2B5EF4-FFF2-40B4-BE49-F238E27FC236}">
                <a16:creationId xmlns:a16="http://schemas.microsoft.com/office/drawing/2014/main" id="{9076512E-F96C-43BD-10A4-D61FD7EFFECE}"/>
              </a:ext>
            </a:extLst>
          </p:cNvPr>
          <p:cNvSpPr/>
          <p:nvPr/>
        </p:nvSpPr>
        <p:spPr>
          <a:xfrm>
            <a:off x="1065320" y="0"/>
            <a:ext cx="586410" cy="443883"/>
          </a:xfrm>
          <a:prstGeom prst="parallelogram">
            <a:avLst>
              <a:gd name="adj" fmla="val 99132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평행 사변형 19">
            <a:extLst>
              <a:ext uri="{FF2B5EF4-FFF2-40B4-BE49-F238E27FC236}">
                <a16:creationId xmlns:a16="http://schemas.microsoft.com/office/drawing/2014/main" id="{D2A313BB-BB39-8549-C0B7-22C879769E11}"/>
              </a:ext>
            </a:extLst>
          </p:cNvPr>
          <p:cNvSpPr/>
          <p:nvPr/>
        </p:nvSpPr>
        <p:spPr>
          <a:xfrm>
            <a:off x="1" y="644788"/>
            <a:ext cx="489410" cy="488687"/>
          </a:xfrm>
          <a:custGeom>
            <a:avLst/>
            <a:gdLst>
              <a:gd name="connsiteX0" fmla="*/ 0 w 613235"/>
              <a:gd name="connsiteY0" fmla="*/ 488687 h 488687"/>
              <a:gd name="connsiteX1" fmla="*/ 484445 w 613235"/>
              <a:gd name="connsiteY1" fmla="*/ 0 h 488687"/>
              <a:gd name="connsiteX2" fmla="*/ 613235 w 613235"/>
              <a:gd name="connsiteY2" fmla="*/ 0 h 488687"/>
              <a:gd name="connsiteX3" fmla="*/ 128790 w 613235"/>
              <a:gd name="connsiteY3" fmla="*/ 488687 h 488687"/>
              <a:gd name="connsiteX4" fmla="*/ 0 w 613235"/>
              <a:gd name="connsiteY4" fmla="*/ 488687 h 488687"/>
              <a:gd name="connsiteX0" fmla="*/ 0 w 487029"/>
              <a:gd name="connsiteY0" fmla="*/ 360100 h 488687"/>
              <a:gd name="connsiteX1" fmla="*/ 358239 w 487029"/>
              <a:gd name="connsiteY1" fmla="*/ 0 h 488687"/>
              <a:gd name="connsiteX2" fmla="*/ 487029 w 487029"/>
              <a:gd name="connsiteY2" fmla="*/ 0 h 488687"/>
              <a:gd name="connsiteX3" fmla="*/ 2584 w 487029"/>
              <a:gd name="connsiteY3" fmla="*/ 488687 h 488687"/>
              <a:gd name="connsiteX4" fmla="*/ 0 w 487029"/>
              <a:gd name="connsiteY4" fmla="*/ 360100 h 488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029" h="488687">
                <a:moveTo>
                  <a:pt x="0" y="360100"/>
                </a:moveTo>
                <a:lnTo>
                  <a:pt x="358239" y="0"/>
                </a:lnTo>
                <a:lnTo>
                  <a:pt x="487029" y="0"/>
                </a:lnTo>
                <a:lnTo>
                  <a:pt x="2584" y="488687"/>
                </a:lnTo>
                <a:cubicBezTo>
                  <a:pt x="1723" y="445825"/>
                  <a:pt x="861" y="402962"/>
                  <a:pt x="0" y="360100"/>
                </a:cubicBezTo>
                <a:close/>
              </a:path>
            </a:pathLst>
          </a:custGeom>
          <a:solidFill>
            <a:srgbClr val="B7EA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1224C3-B579-7E4F-D0E7-22737007C716}"/>
              </a:ext>
            </a:extLst>
          </p:cNvPr>
          <p:cNvSpPr txBox="1"/>
          <p:nvPr/>
        </p:nvSpPr>
        <p:spPr>
          <a:xfrm>
            <a:off x="2325949" y="2828835"/>
            <a:ext cx="7315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200" dirty="0">
                <a:solidFill>
                  <a:srgbClr val="81DAD6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Question?</a:t>
            </a:r>
            <a:endParaRPr lang="ko-KR" altLang="en-US" sz="7200" dirty="0">
              <a:solidFill>
                <a:srgbClr val="81DAD6"/>
              </a:solidFill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374678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4349</TotalTime>
  <Words>421</Words>
  <Application>Microsoft Office PowerPoint</Application>
  <PresentationFormat>와이드스크린</PresentationFormat>
  <Paragraphs>97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33" baseType="lpstr">
      <vt:lpstr>Impact</vt:lpstr>
      <vt:lpstr>Arial</vt:lpstr>
      <vt:lpstr>G마켓 산스 Medium</vt:lpstr>
      <vt:lpstr>G마켓 산스 Bold</vt:lpstr>
      <vt:lpstr>KoPub돋움체 Bold</vt:lpstr>
      <vt:lpstr>맑은 고딕</vt:lpstr>
      <vt:lpstr>Pretendard Medium</vt:lpstr>
      <vt:lpstr>Microsoft GothicNeo</vt:lpstr>
      <vt:lpstr>D2Coding ligature</vt:lpstr>
      <vt:lpstr>Pretendard SemiBold</vt:lpstr>
      <vt:lpstr>Microsoft GothicNeo Light</vt:lpstr>
      <vt:lpstr>Pretendard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성 재</dc:creator>
  <cp:lastModifiedBy>성 재</cp:lastModifiedBy>
  <cp:revision>396</cp:revision>
  <dcterms:created xsi:type="dcterms:W3CDTF">2025-09-13T18:52:17Z</dcterms:created>
  <dcterms:modified xsi:type="dcterms:W3CDTF">2026-05-23T02:41:10Z</dcterms:modified>
  <cp:contentStatus/>
</cp:coreProperties>
</file>